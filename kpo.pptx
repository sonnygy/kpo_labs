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8" r:id="rId3"/>
    <p:sldId id="259" r:id="rId4"/>
    <p:sldId id="261" r:id="rId5"/>
    <p:sldId id="265" r:id="rId6"/>
    <p:sldId id="296" r:id="rId7"/>
    <p:sldId id="268" r:id="rId8"/>
    <p:sldId id="262" r:id="rId9"/>
    <p:sldId id="263" r:id="rId10"/>
    <p:sldId id="264" r:id="rId11"/>
    <p:sldId id="297" r:id="rId12"/>
    <p:sldId id="274" r:id="rId13"/>
    <p:sldId id="269" r:id="rId14"/>
    <p:sldId id="275" r:id="rId15"/>
    <p:sldId id="298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Montserrat" panose="00000500000000000000" pitchFamily="2" charset="-52"/>
      <p:regular r:id="rId19"/>
      <p:bold r:id="rId20"/>
      <p:italic r:id="rId21"/>
      <p:boldItalic r:id="rId22"/>
    </p:embeddedFont>
    <p:embeddedFont>
      <p:font typeface="Montserrat ExtraBold" panose="00000900000000000000" pitchFamily="2" charset="-52"/>
      <p:bold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Raleway" pitchFamily="2" charset="-52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2E414E-5FF2-47A4-90D1-1D5C9FB0A3AE}">
  <a:tblStyle styleId="{6C2E414E-5FF2-47A4-90D1-1D5C9FB0A3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D2793D-C978-452F-90B2-25AEFE623E7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88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3" name="Google Shape;31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5" name="Google Shape;4135;g29c072bb0b4_0_18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6" name="Google Shape;4136;g29c072bb0b4_0_18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4" name="Google Shape;4154;g29c072bb0b4_0_19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5" name="Google Shape;4155;g29c072bb0b4_0_190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6" name="Google Shape;5156;g29c072bb0b4_0_20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7" name="Google Shape;5157;g29c072bb0b4_0_20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4" name="Google Shape;6194;g29c072bb0b4_0_22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5" name="Google Shape;6195;g29c072bb0b4_0_22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3">
          <a:extLst>
            <a:ext uri="{FF2B5EF4-FFF2-40B4-BE49-F238E27FC236}">
              <a16:creationId xmlns:a16="http://schemas.microsoft.com/office/drawing/2014/main" id="{FDC274BE-5CA5-0CD7-E3CF-5A0C2B17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4" name="Google Shape;6194;g29c072bb0b4_0_22166:notes">
            <a:extLst>
              <a:ext uri="{FF2B5EF4-FFF2-40B4-BE49-F238E27FC236}">
                <a16:creationId xmlns:a16="http://schemas.microsoft.com/office/drawing/2014/main" id="{CE940C8C-3AAC-BD7E-617E-D19A4F4F1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5" name="Google Shape;6195;g29c072bb0b4_0_22166:notes">
            <a:extLst>
              <a:ext uri="{FF2B5EF4-FFF2-40B4-BE49-F238E27FC236}">
                <a16:creationId xmlns:a16="http://schemas.microsoft.com/office/drawing/2014/main" id="{2484FB3B-A108-B833-85A3-AB49C97F4E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1051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6" name="Google Shape;7696;g29c072bb0b4_0_23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7" name="Google Shape;7697;g29c072bb0b4_0_23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7" name="Google Shape;5657;g29c072bb0b4_0_20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8" name="Google Shape;5658;g29c072bb0b4_0_20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1" name="Google Shape;5671;g29c072bb0b4_0_2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2" name="Google Shape;5672;g29c072bb0b4_0_2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7" name="Google Shape;6177;g29c072bb0b4_0_21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8" name="Google Shape;6178;g29c072bb0b4_0_21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3">
          <a:extLst>
            <a:ext uri="{FF2B5EF4-FFF2-40B4-BE49-F238E27FC236}">
              <a16:creationId xmlns:a16="http://schemas.microsoft.com/office/drawing/2014/main" id="{607EB26C-8483-E0E8-1009-37087FF4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4" name="Google Shape;4154;g29c072bb0b4_0_19030:notes">
            <a:extLst>
              <a:ext uri="{FF2B5EF4-FFF2-40B4-BE49-F238E27FC236}">
                <a16:creationId xmlns:a16="http://schemas.microsoft.com/office/drawing/2014/main" id="{03A7C1AA-80EB-9FA6-002E-13E0ED7C1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5" name="Google Shape;4155;g29c072bb0b4_0_19030:notes">
            <a:extLst>
              <a:ext uri="{FF2B5EF4-FFF2-40B4-BE49-F238E27FC236}">
                <a16:creationId xmlns:a16="http://schemas.microsoft.com/office/drawing/2014/main" id="{343F82C2-2C5B-82BE-D885-A74DF8BAA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4731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2" name="Google Shape;9772;g29c072bb0b4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3" name="Google Shape;9773;g29c072bb0b4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8" name="Google Shape;7708;g29c072bb0b4_0_24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9" name="Google Shape;7709;g29c072bb0b4_0_24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4" name="Google Shape;10274;g29c072bb0b4_0_26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5" name="Google Shape;10275;g29c072bb0b4_0_267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3">
          <a:extLst>
            <a:ext uri="{FF2B5EF4-FFF2-40B4-BE49-F238E27FC236}">
              <a16:creationId xmlns:a16="http://schemas.microsoft.com/office/drawing/2014/main" id="{B405296D-45C1-AC68-AA7F-194DB855D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4" name="Google Shape;10274;g29c072bb0b4_0_26785:notes">
            <a:extLst>
              <a:ext uri="{FF2B5EF4-FFF2-40B4-BE49-F238E27FC236}">
                <a16:creationId xmlns:a16="http://schemas.microsoft.com/office/drawing/2014/main" id="{C3B55C96-0F93-8544-7A09-4B4BA0D00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5" name="Google Shape;10275;g29c072bb0b4_0_26785:notes">
            <a:extLst>
              <a:ext uri="{FF2B5EF4-FFF2-40B4-BE49-F238E27FC236}">
                <a16:creationId xmlns:a16="http://schemas.microsoft.com/office/drawing/2014/main" id="{94851091-A59B-2BEC-B5E6-7CC6751AA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5481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26050" y="1502800"/>
            <a:ext cx="6891900" cy="13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057600" y="2848100"/>
            <a:ext cx="3028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075900" y="4484975"/>
            <a:ext cx="6900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6508625" y="44344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13;p2"/>
          <p:cNvSpPr/>
          <p:nvPr/>
        </p:nvSpPr>
        <p:spPr>
          <a:xfrm rot="2700000" flipH="1">
            <a:off x="7634356" y="28815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"/>
          <p:cNvSpPr txBox="1">
            <a:spLocks noGrp="1"/>
          </p:cNvSpPr>
          <p:nvPr>
            <p:ph type="subTitle" idx="1"/>
          </p:nvPr>
        </p:nvSpPr>
        <p:spPr>
          <a:xfrm>
            <a:off x="2151900" y="1366775"/>
            <a:ext cx="4840200" cy="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9" name="Google Shape;519;p5"/>
          <p:cNvSpPr txBox="1">
            <a:spLocks noGrp="1"/>
          </p:cNvSpPr>
          <p:nvPr>
            <p:ph type="subTitle" idx="2"/>
          </p:nvPr>
        </p:nvSpPr>
        <p:spPr>
          <a:xfrm>
            <a:off x="2151900" y="2858717"/>
            <a:ext cx="4840200" cy="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0" name="Google Shape;520;p5"/>
          <p:cNvSpPr txBox="1">
            <a:spLocks noGrp="1"/>
          </p:cNvSpPr>
          <p:nvPr>
            <p:ph type="subTitle" idx="3"/>
          </p:nvPr>
        </p:nvSpPr>
        <p:spPr>
          <a:xfrm>
            <a:off x="2151900" y="1775922"/>
            <a:ext cx="4840200" cy="9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5"/>
          <p:cNvSpPr txBox="1">
            <a:spLocks noGrp="1"/>
          </p:cNvSpPr>
          <p:nvPr>
            <p:ph type="subTitle" idx="4"/>
          </p:nvPr>
        </p:nvSpPr>
        <p:spPr>
          <a:xfrm>
            <a:off x="2151900" y="3267875"/>
            <a:ext cx="4840200" cy="10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5"/>
          <p:cNvSpPr/>
          <p:nvPr/>
        </p:nvSpPr>
        <p:spPr>
          <a:xfrm>
            <a:off x="669925" y="46529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4" name="Google Shape;524;p5"/>
          <p:cNvSpPr/>
          <p:nvPr/>
        </p:nvSpPr>
        <p:spPr>
          <a:xfrm rot="2484">
            <a:off x="1283400" y="4703450"/>
            <a:ext cx="12456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p5"/>
          <p:cNvSpPr/>
          <p:nvPr/>
        </p:nvSpPr>
        <p:spPr>
          <a:xfrm rot="2700000" flipH="1">
            <a:off x="7634356" y="8241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"/>
          <p:cNvSpPr/>
          <p:nvPr/>
        </p:nvSpPr>
        <p:spPr>
          <a:xfrm>
            <a:off x="8318425" y="27960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6"/>
          <p:cNvSpPr/>
          <p:nvPr/>
        </p:nvSpPr>
        <p:spPr>
          <a:xfrm rot="5405883">
            <a:off x="-181476" y="1854254"/>
            <a:ext cx="1051802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0" name="Google Shape;530;p6"/>
          <p:cNvSpPr/>
          <p:nvPr/>
        </p:nvSpPr>
        <p:spPr>
          <a:xfrm>
            <a:off x="232075" y="8886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1" name="Google Shape;531;p6"/>
          <p:cNvSpPr/>
          <p:nvPr/>
        </p:nvSpPr>
        <p:spPr>
          <a:xfrm rot="5687">
            <a:off x="6444448" y="305950"/>
            <a:ext cx="2176203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477900" cy="13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 txBox="1">
            <a:spLocks noGrp="1"/>
          </p:cNvSpPr>
          <p:nvPr>
            <p:ph type="subTitle" idx="1"/>
          </p:nvPr>
        </p:nvSpPr>
        <p:spPr>
          <a:xfrm>
            <a:off x="713225" y="1978750"/>
            <a:ext cx="4185300" cy="20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7"/>
          <p:cNvSpPr>
            <a:spLocks noGrp="1"/>
          </p:cNvSpPr>
          <p:nvPr>
            <p:ph type="pic" idx="2"/>
          </p:nvPr>
        </p:nvSpPr>
        <p:spPr>
          <a:xfrm flipH="1">
            <a:off x="5531474" y="539550"/>
            <a:ext cx="2787000" cy="406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p7"/>
          <p:cNvSpPr/>
          <p:nvPr/>
        </p:nvSpPr>
        <p:spPr>
          <a:xfrm rot="5639">
            <a:off x="2439224" y="4708750"/>
            <a:ext cx="1828802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7" name="Google Shape;537;p7"/>
          <p:cNvSpPr/>
          <p:nvPr/>
        </p:nvSpPr>
        <p:spPr>
          <a:xfrm>
            <a:off x="1910550" y="46580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7"/>
          <p:cNvSpPr/>
          <p:nvPr/>
        </p:nvSpPr>
        <p:spPr>
          <a:xfrm rot="2700000" flipH="1">
            <a:off x="-437844" y="622519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"/>
          <p:cNvSpPr txBox="1">
            <a:spLocks noGrp="1"/>
          </p:cNvSpPr>
          <p:nvPr>
            <p:ph type="title"/>
          </p:nvPr>
        </p:nvSpPr>
        <p:spPr>
          <a:xfrm>
            <a:off x="138810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1" name="Google Shape;541;p8"/>
          <p:cNvSpPr/>
          <p:nvPr/>
        </p:nvSpPr>
        <p:spPr>
          <a:xfrm rot="5405855">
            <a:off x="7741174" y="1499547"/>
            <a:ext cx="1761303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2" name="Google Shape;542;p8"/>
          <p:cNvSpPr/>
          <p:nvPr/>
        </p:nvSpPr>
        <p:spPr>
          <a:xfrm>
            <a:off x="8508850" y="27304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p8"/>
          <p:cNvSpPr/>
          <p:nvPr/>
        </p:nvSpPr>
        <p:spPr>
          <a:xfrm rot="2700000" flipH="1">
            <a:off x="-83194" y="1699169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46" name="Google Shape;5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47" name="Google Shape;547;p9"/>
          <p:cNvSpPr/>
          <p:nvPr/>
        </p:nvSpPr>
        <p:spPr>
          <a:xfrm rot="2700000">
            <a:off x="6373231" y="-259206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5622525" y="4248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9" name="Google Shape;549;p9"/>
          <p:cNvSpPr/>
          <p:nvPr/>
        </p:nvSpPr>
        <p:spPr>
          <a:xfrm rot="2757">
            <a:off x="806825" y="4720233"/>
            <a:ext cx="1870201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1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1"/>
          <p:cNvSpPr txBox="1">
            <a:spLocks noGrp="1"/>
          </p:cNvSpPr>
          <p:nvPr>
            <p:ph type="title" hasCustomPrompt="1"/>
          </p:nvPr>
        </p:nvSpPr>
        <p:spPr>
          <a:xfrm>
            <a:off x="1307100" y="1610425"/>
            <a:ext cx="6529800" cy="10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5" name="Google Shape;555;p11"/>
          <p:cNvSpPr txBox="1">
            <a:spLocks noGrp="1"/>
          </p:cNvSpPr>
          <p:nvPr>
            <p:ph type="subTitle" idx="1"/>
          </p:nvPr>
        </p:nvSpPr>
        <p:spPr>
          <a:xfrm>
            <a:off x="2460750" y="2661900"/>
            <a:ext cx="4222500" cy="7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11"/>
          <p:cNvSpPr/>
          <p:nvPr/>
        </p:nvSpPr>
        <p:spPr>
          <a:xfrm rot="2700000" flipH="1">
            <a:off x="-83194" y="5644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600875" y="27607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8" name="Google Shape;558;p11"/>
          <p:cNvSpPr/>
          <p:nvPr/>
        </p:nvSpPr>
        <p:spPr>
          <a:xfrm rot="2310">
            <a:off x="5740949" y="285150"/>
            <a:ext cx="17856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9" name="Google Shape;559;p11"/>
          <p:cNvSpPr/>
          <p:nvPr/>
        </p:nvSpPr>
        <p:spPr>
          <a:xfrm>
            <a:off x="5267875" y="2346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2" hasCustomPrompt="1"/>
          </p:nvPr>
        </p:nvSpPr>
        <p:spPr>
          <a:xfrm>
            <a:off x="2386313" y="12976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title" idx="3" hasCustomPrompt="1"/>
          </p:nvPr>
        </p:nvSpPr>
        <p:spPr>
          <a:xfrm>
            <a:off x="2379538" y="29886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>
            <a:spLocks noGrp="1"/>
          </p:cNvSpPr>
          <p:nvPr>
            <p:ph type="title" idx="4" hasCustomPrompt="1"/>
          </p:nvPr>
        </p:nvSpPr>
        <p:spPr>
          <a:xfrm>
            <a:off x="2386313" y="186135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5" hasCustomPrompt="1"/>
          </p:nvPr>
        </p:nvSpPr>
        <p:spPr>
          <a:xfrm>
            <a:off x="2386313" y="355236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title" idx="6" hasCustomPrompt="1"/>
          </p:nvPr>
        </p:nvSpPr>
        <p:spPr>
          <a:xfrm>
            <a:off x="2386313" y="24250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>
            <a:spLocks noGrp="1"/>
          </p:cNvSpPr>
          <p:nvPr>
            <p:ph type="title" idx="7" hasCustomPrompt="1"/>
          </p:nvPr>
        </p:nvSpPr>
        <p:spPr>
          <a:xfrm>
            <a:off x="2386313" y="411604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9" name="Google Shape;569;p13"/>
          <p:cNvSpPr txBox="1">
            <a:spLocks noGrp="1"/>
          </p:cNvSpPr>
          <p:nvPr>
            <p:ph type="subTitle" idx="1"/>
          </p:nvPr>
        </p:nvSpPr>
        <p:spPr>
          <a:xfrm>
            <a:off x="3048047" y="1297675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8"/>
          </p:nvPr>
        </p:nvSpPr>
        <p:spPr>
          <a:xfrm>
            <a:off x="3048047" y="1861350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9"/>
          </p:nvPr>
        </p:nvSpPr>
        <p:spPr>
          <a:xfrm>
            <a:off x="3048047" y="2425025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subTitle" idx="13"/>
          </p:nvPr>
        </p:nvSpPr>
        <p:spPr>
          <a:xfrm>
            <a:off x="3038052" y="2988700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4"/>
          </p:nvPr>
        </p:nvSpPr>
        <p:spPr>
          <a:xfrm>
            <a:off x="3048047" y="3552375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15"/>
          </p:nvPr>
        </p:nvSpPr>
        <p:spPr>
          <a:xfrm>
            <a:off x="3048047" y="4116050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575" name="Google Shape;575;p13"/>
          <p:cNvGrpSpPr/>
          <p:nvPr/>
        </p:nvGrpSpPr>
        <p:grpSpPr>
          <a:xfrm rot="2700000" flipH="1">
            <a:off x="5814899" y="116646"/>
            <a:ext cx="5030680" cy="5064362"/>
            <a:chOff x="3819525" y="1138237"/>
            <a:chExt cx="4552378" cy="4582857"/>
          </a:xfrm>
        </p:grpSpPr>
        <p:grpSp>
          <p:nvGrpSpPr>
            <p:cNvPr id="576" name="Google Shape;576;p13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3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13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13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13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3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13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13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13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13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13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13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13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3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3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13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3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0" name="Google Shape;690;p13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691" name="Google Shape;691;p13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3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13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13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13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3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3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13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13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13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13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13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3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3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3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3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13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13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3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3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3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3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3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3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3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3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3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13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13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13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13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3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3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13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13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13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3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3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3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3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3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3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13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3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3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3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4" name="Google Shape;744;p13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745" name="Google Shape;745;p13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3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13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3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3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3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3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13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3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3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3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3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3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3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3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13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13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3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13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13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3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3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3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3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3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3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3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3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3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3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3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13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13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13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13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13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3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3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3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3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3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3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3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3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3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3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3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3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13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3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797" name="Google Shape;797;p13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3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3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3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3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3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3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3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13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13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13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3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13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3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3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3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13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13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13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3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3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3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3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3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13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13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3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3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3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3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3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3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3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3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3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3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3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3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3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3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13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3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3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3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3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3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3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13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6" name="Google Shape;846;p13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847" name="Google Shape;847;p13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3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13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13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3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3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13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13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13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13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13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13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13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13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13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13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3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3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13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3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3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3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13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13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13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13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13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3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3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3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13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3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3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13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13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13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13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13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13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13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13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13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13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3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3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3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13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4" name="Google Shape;894;p13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895" name="Google Shape;895;p13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13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3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3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13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13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13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3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13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13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3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13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13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13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13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13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13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13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13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13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13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13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3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3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13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13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13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13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13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13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13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13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13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13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13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13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13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13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13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13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13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13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3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3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3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0" name="Google Shape;940;p13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941" name="Google Shape;941;p13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3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13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13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13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13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13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13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13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13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3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3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3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13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13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13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13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13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13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13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13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13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13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13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13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13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13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13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13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3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13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3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3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3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3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3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3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3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3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3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13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3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3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4" name="Google Shape;984;p13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985" name="Google Shape;985;p13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13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13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13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13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13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13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3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13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3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3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13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13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13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13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13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13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13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3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13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13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13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13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13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6" name="Google Shape;1026;p13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1027" name="Google Shape;1027;p13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13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13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13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13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13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13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13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13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13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13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13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13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13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13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13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13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13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13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13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13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66" name="Google Shape;1066;p13"/>
          <p:cNvSpPr/>
          <p:nvPr/>
        </p:nvSpPr>
        <p:spPr>
          <a:xfrm>
            <a:off x="313325" y="25814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7" name="Google Shape;1067;p13"/>
          <p:cNvSpPr/>
          <p:nvPr/>
        </p:nvSpPr>
        <p:spPr>
          <a:xfrm rot="5405726">
            <a:off x="-294776" y="1513274"/>
            <a:ext cx="1440902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8" name="Google Shape;1068;p13"/>
          <p:cNvSpPr/>
          <p:nvPr/>
        </p:nvSpPr>
        <p:spPr>
          <a:xfrm rot="5110">
            <a:off x="6400150" y="4809575"/>
            <a:ext cx="807301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9" name="Google Shape;1069;p13"/>
          <p:cNvSpPr/>
          <p:nvPr/>
        </p:nvSpPr>
        <p:spPr>
          <a:xfrm>
            <a:off x="7394850" y="47588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2" name="Google Shape;1072;p14"/>
          <p:cNvSpPr/>
          <p:nvPr/>
        </p:nvSpPr>
        <p:spPr>
          <a:xfrm rot="5401871">
            <a:off x="-414975" y="2217852"/>
            <a:ext cx="16536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3" name="Google Shape;1073;p14"/>
          <p:cNvSpPr/>
          <p:nvPr/>
        </p:nvSpPr>
        <p:spPr>
          <a:xfrm>
            <a:off x="299475" y="9348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4" name="Google Shape;1074;p14"/>
          <p:cNvSpPr/>
          <p:nvPr/>
        </p:nvSpPr>
        <p:spPr>
          <a:xfrm rot="2700000" flipH="1">
            <a:off x="8002656" y="24407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6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7"/>
          <p:cNvSpPr txBox="1">
            <a:spLocks noGrp="1"/>
          </p:cNvSpPr>
          <p:nvPr>
            <p:ph type="title"/>
          </p:nvPr>
        </p:nvSpPr>
        <p:spPr>
          <a:xfrm>
            <a:off x="713225" y="1851000"/>
            <a:ext cx="3522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8" name="Google Shape;1088;p17"/>
          <p:cNvSpPr txBox="1">
            <a:spLocks noGrp="1"/>
          </p:cNvSpPr>
          <p:nvPr>
            <p:ph type="subTitle" idx="1"/>
          </p:nvPr>
        </p:nvSpPr>
        <p:spPr>
          <a:xfrm>
            <a:off x="713225" y="2306700"/>
            <a:ext cx="3522900" cy="9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89" name="Google Shape;1089;p17"/>
          <p:cNvGrpSpPr/>
          <p:nvPr/>
        </p:nvGrpSpPr>
        <p:grpSpPr>
          <a:xfrm rot="2700000" flipH="1">
            <a:off x="5814899" y="116646"/>
            <a:ext cx="5030680" cy="5064362"/>
            <a:chOff x="3819525" y="1138237"/>
            <a:chExt cx="4552378" cy="4582857"/>
          </a:xfrm>
        </p:grpSpPr>
        <p:grpSp>
          <p:nvGrpSpPr>
            <p:cNvPr id="1090" name="Google Shape;1090;p17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1091" name="Google Shape;1091;p17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17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17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17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17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17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17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17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17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17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17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17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17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17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17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17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17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17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17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17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17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17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17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17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17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17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17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17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17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17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17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17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17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17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17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17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17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17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17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17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17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17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17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17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17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17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17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17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7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17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17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17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17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17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17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17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17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8" name="Google Shape;1148;p17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1149" name="Google Shape;1149;p17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17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17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17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17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17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17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17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17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17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17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17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17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17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17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17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17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17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17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17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17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17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17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17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17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17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17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17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17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17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17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17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17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7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7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17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17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7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17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17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17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17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17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17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17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17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17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17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17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17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17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0" name="Google Shape;1200;p17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17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17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17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4" name="Google Shape;1204;p17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1205" name="Google Shape;1205;p17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17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17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17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17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17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17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17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17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17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17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17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17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17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17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17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17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17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17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17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17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17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17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17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17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17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7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17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17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17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17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17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17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17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17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17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17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17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17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17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17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17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17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17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17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17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17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17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17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17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17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17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17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8" name="Google Shape;1258;p17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1259" name="Google Shape;1259;p17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17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17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17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17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17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p17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6" name="Google Shape;1266;p17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7" name="Google Shape;1267;p17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p17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17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7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7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17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17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17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17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17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17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17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17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17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17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17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17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17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7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7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7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17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17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17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17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17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17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17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17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17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17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17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17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17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7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7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7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17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7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17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17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17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17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0" name="Google Shape;1310;p17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1311" name="Google Shape;1311;p17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17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17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17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17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17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7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17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17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17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7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17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17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17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7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7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7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7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7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17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17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7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7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7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7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7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7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17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17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7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7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7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7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17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17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17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17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17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17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17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17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17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17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17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0" name="Google Shape;1360;p17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1361" name="Google Shape;1361;p17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17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17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17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17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17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17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17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17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17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17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17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17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17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17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17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17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17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17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17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17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17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17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17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17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17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17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17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17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17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17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17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17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17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17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17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17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17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17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17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17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17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17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17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17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6" name="Google Shape;1406;p17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17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8" name="Google Shape;1408;p17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1409" name="Google Shape;1409;p17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17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17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17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17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17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17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17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17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17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17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17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17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17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17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17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17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17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17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17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17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17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17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17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17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17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17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17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17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17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17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17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17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17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17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17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17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17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17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17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17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17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17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17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17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4" name="Google Shape;1454;p17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1455" name="Google Shape;1455;p17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17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17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17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17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17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17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17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17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17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17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6" name="Google Shape;1466;p17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17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17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17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17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1" name="Google Shape;1471;p17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2" name="Google Shape;1472;p17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3" name="Google Shape;1473;p17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17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5" name="Google Shape;1475;p17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17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17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17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17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17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17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17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17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17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17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6" name="Google Shape;1486;p17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7" name="Google Shape;1487;p17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17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17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17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17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17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17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7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17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17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17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8" name="Google Shape;1498;p17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1499" name="Google Shape;1499;p17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17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17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17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17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17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17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17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17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17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9" name="Google Shape;1509;p17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17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1" name="Google Shape;1511;p17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2" name="Google Shape;1512;p17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3" name="Google Shape;1513;p17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4" name="Google Shape;1514;p17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17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17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17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17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9" name="Google Shape;1519;p17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17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17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2" name="Google Shape;1522;p17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17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17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17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17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17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17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17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17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17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17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17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17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17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17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17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17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9" name="Google Shape;1539;p17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0" name="Google Shape;1540;p17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1541" name="Google Shape;1541;p17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17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17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17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17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17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17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17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17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17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17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17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17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17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555;p17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556;p17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17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17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559;p17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0" name="Google Shape;1560;p17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17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17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17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17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17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17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17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17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17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17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17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17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3" name="Google Shape;1573;p17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4" name="Google Shape;1574;p17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17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17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17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17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17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80" name="Google Shape;1580;p17"/>
          <p:cNvSpPr/>
          <p:nvPr/>
        </p:nvSpPr>
        <p:spPr>
          <a:xfrm rot="2700000">
            <a:off x="3195056" y="38735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17"/>
          <p:cNvSpPr/>
          <p:nvPr/>
        </p:nvSpPr>
        <p:spPr>
          <a:xfrm>
            <a:off x="2534175" y="45575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2" name="Google Shape;1582;p17"/>
          <p:cNvSpPr/>
          <p:nvPr/>
        </p:nvSpPr>
        <p:spPr>
          <a:xfrm rot="5401790">
            <a:off x="-553725" y="1378427"/>
            <a:ext cx="17283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3" name="Google Shape;1583;p17"/>
          <p:cNvSpPr/>
          <p:nvPr/>
        </p:nvSpPr>
        <p:spPr>
          <a:xfrm rot="2588">
            <a:off x="1338650" y="4608275"/>
            <a:ext cx="7971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4" name="Google Shape;1584;p17"/>
          <p:cNvSpPr/>
          <p:nvPr/>
        </p:nvSpPr>
        <p:spPr>
          <a:xfrm>
            <a:off x="198075" y="25717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90" name="Google Shape;1590;p19"/>
          <p:cNvSpPr txBox="1">
            <a:spLocks noGrp="1"/>
          </p:cNvSpPr>
          <p:nvPr>
            <p:ph type="subTitle" idx="1"/>
          </p:nvPr>
        </p:nvSpPr>
        <p:spPr>
          <a:xfrm>
            <a:off x="1502700" y="1161750"/>
            <a:ext cx="61386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1" name="Google Shape;1591;p19"/>
          <p:cNvSpPr txBox="1">
            <a:spLocks noGrp="1"/>
          </p:cNvSpPr>
          <p:nvPr>
            <p:ph type="subTitle" idx="2"/>
          </p:nvPr>
        </p:nvSpPr>
        <p:spPr>
          <a:xfrm>
            <a:off x="1502700" y="1543540"/>
            <a:ext cx="6138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2" name="Google Shape;1592;p19"/>
          <p:cNvSpPr txBox="1">
            <a:spLocks noGrp="1"/>
          </p:cNvSpPr>
          <p:nvPr>
            <p:ph type="subTitle" idx="3"/>
          </p:nvPr>
        </p:nvSpPr>
        <p:spPr>
          <a:xfrm>
            <a:off x="1502700" y="2325118"/>
            <a:ext cx="61386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3" name="Google Shape;1593;p19"/>
          <p:cNvSpPr txBox="1">
            <a:spLocks noGrp="1"/>
          </p:cNvSpPr>
          <p:nvPr>
            <p:ph type="subTitle" idx="4"/>
          </p:nvPr>
        </p:nvSpPr>
        <p:spPr>
          <a:xfrm>
            <a:off x="1502700" y="2706908"/>
            <a:ext cx="6138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4" name="Google Shape;1594;p19"/>
          <p:cNvSpPr txBox="1">
            <a:spLocks noGrp="1"/>
          </p:cNvSpPr>
          <p:nvPr>
            <p:ph type="subTitle" idx="5"/>
          </p:nvPr>
        </p:nvSpPr>
        <p:spPr>
          <a:xfrm>
            <a:off x="1502700" y="3488485"/>
            <a:ext cx="61386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5" name="Google Shape;1595;p19"/>
          <p:cNvSpPr txBox="1">
            <a:spLocks noGrp="1"/>
          </p:cNvSpPr>
          <p:nvPr>
            <p:ph type="subTitle" idx="6"/>
          </p:nvPr>
        </p:nvSpPr>
        <p:spPr>
          <a:xfrm>
            <a:off x="1502700" y="3870275"/>
            <a:ext cx="6138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96" name="Google Shape;1596;p19"/>
          <p:cNvGrpSpPr/>
          <p:nvPr/>
        </p:nvGrpSpPr>
        <p:grpSpPr>
          <a:xfrm rot="2700000" flipH="1">
            <a:off x="-3093201" y="116646"/>
            <a:ext cx="5030680" cy="5064362"/>
            <a:chOff x="3819525" y="1138237"/>
            <a:chExt cx="4552378" cy="4582857"/>
          </a:xfrm>
        </p:grpSpPr>
        <p:grpSp>
          <p:nvGrpSpPr>
            <p:cNvPr id="1597" name="Google Shape;1597;p19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1598" name="Google Shape;1598;p19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19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19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19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02;p19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19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19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19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19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19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19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19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0" name="Google Shape;1610;p19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19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19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19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19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19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19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19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19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19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0" name="Google Shape;1620;p19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19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p19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19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19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19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19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19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8" name="Google Shape;1628;p19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19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19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19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19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19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19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19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6" name="Google Shape;1636;p19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p19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19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19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9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9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9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9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19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19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19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19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19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19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19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19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19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19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19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5" name="Google Shape;1655;p19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1656" name="Google Shape;1656;p19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1657;p19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19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19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19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19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19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19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19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19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19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19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19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19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19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19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19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19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19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19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6" name="Google Shape;1676;p19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19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19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9" name="Google Shape;1679;p19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19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1" name="Google Shape;1681;p19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19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19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19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19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19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19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19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19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19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19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19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19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19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19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19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19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19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19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19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19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19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19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19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19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19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19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19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19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19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1" name="Google Shape;1711;p19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1712" name="Google Shape;1712;p19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1713;p19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19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19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19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19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19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19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19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19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19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19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19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19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19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19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8" name="Google Shape;1728;p19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1729;p19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19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19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19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19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1734;p19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1735;p19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1736;p19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19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1738;p19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1739;p19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1740;p19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1741;p19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1742;p19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3" name="Google Shape;1743;p19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4" name="Google Shape;1744;p19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1745;p19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1746;p19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1747;p19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1748;p19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1749;p19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0" name="Google Shape;1750;p19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1751;p19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2" name="Google Shape;1752;p19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3" name="Google Shape;1753;p19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4" name="Google Shape;1754;p19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1755;p19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19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19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19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19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19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19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19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19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19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5" name="Google Shape;1765;p19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1766" name="Google Shape;1766;p19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1767;p19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1768;p19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9" name="Google Shape;1769;p19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0" name="Google Shape;1770;p19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19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19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1773;p19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1774;p19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19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19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19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19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19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19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19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19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19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4" name="Google Shape;1784;p19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5" name="Google Shape;1785;p19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19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1787;p19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1788;p19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19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19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19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19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19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19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19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19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19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19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19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19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1801;p19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2" name="Google Shape;1802;p19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19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19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5" name="Google Shape;1805;p19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19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19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19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9" name="Google Shape;1809;p19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19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19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2" name="Google Shape;1812;p19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19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19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5" name="Google Shape;1815;p19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6" name="Google Shape;1816;p19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7" name="Google Shape;1817;p19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1818" name="Google Shape;1818;p19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19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0" name="Google Shape;1820;p19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19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19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3" name="Google Shape;1823;p19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19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19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6" name="Google Shape;1826;p19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19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19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19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19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19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19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3" name="Google Shape;1833;p19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19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19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19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19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19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19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19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19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19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19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4" name="Google Shape;1844;p19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5" name="Google Shape;1845;p19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6" name="Google Shape;1846;p19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19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8" name="Google Shape;1848;p19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19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19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19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19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19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19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19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6" name="Google Shape;1856;p19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7" name="Google Shape;1857;p19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19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19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19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19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19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19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19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19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19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7" name="Google Shape;1867;p19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1868" name="Google Shape;1868;p19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19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19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19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19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19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4" name="Google Shape;1874;p19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19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19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19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19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19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19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19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19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19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19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19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19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19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19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19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19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19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19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19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19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5" name="Google Shape;1895;p19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19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19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8" name="Google Shape;1898;p19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9" name="Google Shape;1899;p19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19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19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2" name="Google Shape;1902;p19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3" name="Google Shape;1903;p19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19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19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906;p19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19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9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19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19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1" name="Google Shape;1911;p19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19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19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19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5" name="Google Shape;1915;p19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1916" name="Google Shape;1916;p19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19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19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9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9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9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9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9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19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19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926;p19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927;p19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19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9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9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19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19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19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19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19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6" name="Google Shape;1936;p19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937;p19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938;p19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19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0" name="Google Shape;1940;p19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1" name="Google Shape;1941;p19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942;p19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3" name="Google Shape;1943;p19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944;p19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5" name="Google Shape;1945;p19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6" name="Google Shape;1946;p19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19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19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949;p19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0" name="Google Shape;1950;p19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19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952;p19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953;p19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4" name="Google Shape;1954;p19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5" name="Google Shape;1955;p19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19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7" name="Google Shape;1957;p19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8" name="Google Shape;1958;p19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9" name="Google Shape;1959;p19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0" name="Google Shape;1960;p19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1" name="Google Shape;1961;p19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1962" name="Google Shape;1962;p19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3" name="Google Shape;1963;p19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4" name="Google Shape;1964;p19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965;p19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6" name="Google Shape;1966;p19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967;p19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8" name="Google Shape;1968;p19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9" name="Google Shape;1969;p19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0" name="Google Shape;1970;p19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1" name="Google Shape;1971;p19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972;p19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973;p19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4" name="Google Shape;1974;p19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19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19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977;p19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8" name="Google Shape;1978;p19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9" name="Google Shape;1979;p19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980;p19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1" name="Google Shape;1981;p19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2" name="Google Shape;1982;p19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3" name="Google Shape;1983;p19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4" name="Google Shape;1984;p19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985;p19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6" name="Google Shape;1986;p19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7" name="Google Shape;1987;p19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8" name="Google Shape;1988;p19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19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0" name="Google Shape;1990;p19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1" name="Google Shape;1991;p19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2" name="Google Shape;1992;p19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3" name="Google Shape;1993;p19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4" name="Google Shape;1994;p19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5" name="Google Shape;1995;p19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6" name="Google Shape;1996;p19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7" name="Google Shape;1997;p19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8" name="Google Shape;1998;p19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9" name="Google Shape;1999;p19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0" name="Google Shape;2000;p19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1" name="Google Shape;2001;p19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2" name="Google Shape;2002;p19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3" name="Google Shape;2003;p19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4" name="Google Shape;2004;p19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5" name="Google Shape;2005;p19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2006" name="Google Shape;2006;p19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7" name="Google Shape;2007;p19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8" name="Google Shape;2008;p19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9" name="Google Shape;2009;p19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0" name="Google Shape;2010;p19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1" name="Google Shape;2011;p19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2012;p19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3" name="Google Shape;2013;p19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4" name="Google Shape;2014;p19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19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6" name="Google Shape;2016;p19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7" name="Google Shape;2017;p19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8" name="Google Shape;2018;p19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2019;p19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19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1" name="Google Shape;2021;p19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2022;p19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19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19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5" name="Google Shape;2025;p19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6" name="Google Shape;2026;p19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7" name="Google Shape;2027;p19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8" name="Google Shape;2028;p19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9" name="Google Shape;2029;p19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0" name="Google Shape;2030;p19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1" name="Google Shape;2031;p19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2" name="Google Shape;2032;p19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3" name="Google Shape;2033;p19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19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2035;p19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6" name="Google Shape;2036;p19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7" name="Google Shape;2037;p19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8" name="Google Shape;2038;p19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9" name="Google Shape;2039;p19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0" name="Google Shape;2040;p19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1" name="Google Shape;2041;p19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2" name="Google Shape;2042;p19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3" name="Google Shape;2043;p19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4" name="Google Shape;2044;p19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5" name="Google Shape;2045;p19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6" name="Google Shape;2046;p19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7" name="Google Shape;2047;p19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2048" name="Google Shape;2048;p19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9" name="Google Shape;2049;p19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0" name="Google Shape;2050;p19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1" name="Google Shape;2051;p19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2" name="Google Shape;2052;p19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3" name="Google Shape;2053;p19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4" name="Google Shape;2054;p19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5" name="Google Shape;2055;p19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6" name="Google Shape;2056;p19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7" name="Google Shape;2057;p19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8" name="Google Shape;2058;p19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2059;p19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0" name="Google Shape;2060;p19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1" name="Google Shape;2061;p19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2" name="Google Shape;2062;p19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19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4" name="Google Shape;2064;p19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5" name="Google Shape;2065;p19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6" name="Google Shape;2066;p19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7" name="Google Shape;2067;p19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8" name="Google Shape;2068;p19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9" name="Google Shape;2069;p19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0" name="Google Shape;2070;p19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1" name="Google Shape;2071;p19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19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3" name="Google Shape;2073;p19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4" name="Google Shape;2074;p19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19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19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7" name="Google Shape;2077;p19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8" name="Google Shape;2078;p19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9" name="Google Shape;2079;p19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0" name="Google Shape;2080;p19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1" name="Google Shape;2081;p19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2" name="Google Shape;2082;p19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3" name="Google Shape;2083;p19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4" name="Google Shape;2084;p19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5" name="Google Shape;2085;p19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6" name="Google Shape;2086;p19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87" name="Google Shape;2087;p19"/>
          <p:cNvSpPr/>
          <p:nvPr/>
        </p:nvSpPr>
        <p:spPr>
          <a:xfrm rot="2375">
            <a:off x="1136501" y="317075"/>
            <a:ext cx="8685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8" name="Google Shape;2088;p19"/>
          <p:cNvSpPr/>
          <p:nvPr/>
        </p:nvSpPr>
        <p:spPr>
          <a:xfrm rot="5402302">
            <a:off x="7534825" y="2268568"/>
            <a:ext cx="17919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9" name="Google Shape;2089;p19"/>
          <p:cNvSpPr/>
          <p:nvPr/>
        </p:nvSpPr>
        <p:spPr>
          <a:xfrm>
            <a:off x="8318425" y="10020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92" name="Google Shape;2092;p20"/>
          <p:cNvSpPr txBox="1">
            <a:spLocks noGrp="1"/>
          </p:cNvSpPr>
          <p:nvPr>
            <p:ph type="subTitle" idx="1"/>
          </p:nvPr>
        </p:nvSpPr>
        <p:spPr>
          <a:xfrm>
            <a:off x="713225" y="1404450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3" name="Google Shape;2093;p20"/>
          <p:cNvSpPr txBox="1">
            <a:spLocks noGrp="1"/>
          </p:cNvSpPr>
          <p:nvPr>
            <p:ph type="subTitle" idx="2"/>
          </p:nvPr>
        </p:nvSpPr>
        <p:spPr>
          <a:xfrm>
            <a:off x="713225" y="1786251"/>
            <a:ext cx="36885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4" name="Google Shape;2094;p20"/>
          <p:cNvSpPr txBox="1">
            <a:spLocks noGrp="1"/>
          </p:cNvSpPr>
          <p:nvPr>
            <p:ph type="subTitle" idx="3"/>
          </p:nvPr>
        </p:nvSpPr>
        <p:spPr>
          <a:xfrm>
            <a:off x="4742275" y="1404450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5" name="Google Shape;2095;p20"/>
          <p:cNvSpPr txBox="1">
            <a:spLocks noGrp="1"/>
          </p:cNvSpPr>
          <p:nvPr>
            <p:ph type="subTitle" idx="4"/>
          </p:nvPr>
        </p:nvSpPr>
        <p:spPr>
          <a:xfrm>
            <a:off x="4742275" y="1786251"/>
            <a:ext cx="36885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6" name="Google Shape;2096;p20"/>
          <p:cNvSpPr txBox="1">
            <a:spLocks noGrp="1"/>
          </p:cNvSpPr>
          <p:nvPr>
            <p:ph type="subTitle" idx="5"/>
          </p:nvPr>
        </p:nvSpPr>
        <p:spPr>
          <a:xfrm>
            <a:off x="713225" y="2884449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7" name="Google Shape;2097;p20"/>
          <p:cNvSpPr txBox="1">
            <a:spLocks noGrp="1"/>
          </p:cNvSpPr>
          <p:nvPr>
            <p:ph type="subTitle" idx="6"/>
          </p:nvPr>
        </p:nvSpPr>
        <p:spPr>
          <a:xfrm>
            <a:off x="713225" y="3266250"/>
            <a:ext cx="36885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8" name="Google Shape;2098;p20"/>
          <p:cNvSpPr txBox="1">
            <a:spLocks noGrp="1"/>
          </p:cNvSpPr>
          <p:nvPr>
            <p:ph type="subTitle" idx="7"/>
          </p:nvPr>
        </p:nvSpPr>
        <p:spPr>
          <a:xfrm>
            <a:off x="4742275" y="2884449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9" name="Google Shape;2099;p20"/>
          <p:cNvSpPr txBox="1">
            <a:spLocks noGrp="1"/>
          </p:cNvSpPr>
          <p:nvPr>
            <p:ph type="subTitle" idx="8"/>
          </p:nvPr>
        </p:nvSpPr>
        <p:spPr>
          <a:xfrm>
            <a:off x="4742275" y="3266250"/>
            <a:ext cx="36885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0" name="Google Shape;2100;p20"/>
          <p:cNvSpPr/>
          <p:nvPr/>
        </p:nvSpPr>
        <p:spPr>
          <a:xfrm>
            <a:off x="6195275" y="45575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1" name="Google Shape;2101;p20"/>
          <p:cNvSpPr/>
          <p:nvPr/>
        </p:nvSpPr>
        <p:spPr>
          <a:xfrm rot="5401954">
            <a:off x="-217275" y="3426697"/>
            <a:ext cx="10557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04" name="Google Shape;2104;p21"/>
          <p:cNvSpPr txBox="1">
            <a:spLocks noGrp="1"/>
          </p:cNvSpPr>
          <p:nvPr>
            <p:ph type="subTitle" idx="1"/>
          </p:nvPr>
        </p:nvSpPr>
        <p:spPr>
          <a:xfrm>
            <a:off x="719075" y="1400463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05" name="Google Shape;2105;p21"/>
          <p:cNvSpPr txBox="1">
            <a:spLocks noGrp="1"/>
          </p:cNvSpPr>
          <p:nvPr>
            <p:ph type="subTitle" idx="2"/>
          </p:nvPr>
        </p:nvSpPr>
        <p:spPr>
          <a:xfrm>
            <a:off x="719075" y="1738925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6" name="Google Shape;2106;p21"/>
          <p:cNvSpPr txBox="1">
            <a:spLocks noGrp="1"/>
          </p:cNvSpPr>
          <p:nvPr>
            <p:ph type="subTitle" idx="3"/>
          </p:nvPr>
        </p:nvSpPr>
        <p:spPr>
          <a:xfrm>
            <a:off x="3345275" y="1400475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07" name="Google Shape;2107;p21"/>
          <p:cNvSpPr txBox="1">
            <a:spLocks noGrp="1"/>
          </p:cNvSpPr>
          <p:nvPr>
            <p:ph type="subTitle" idx="4"/>
          </p:nvPr>
        </p:nvSpPr>
        <p:spPr>
          <a:xfrm>
            <a:off x="3345275" y="1738936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8" name="Google Shape;2108;p21"/>
          <p:cNvSpPr txBox="1">
            <a:spLocks noGrp="1"/>
          </p:cNvSpPr>
          <p:nvPr>
            <p:ph type="subTitle" idx="5"/>
          </p:nvPr>
        </p:nvSpPr>
        <p:spPr>
          <a:xfrm>
            <a:off x="5971475" y="1400463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09" name="Google Shape;2109;p21"/>
          <p:cNvSpPr txBox="1">
            <a:spLocks noGrp="1"/>
          </p:cNvSpPr>
          <p:nvPr>
            <p:ph type="subTitle" idx="6"/>
          </p:nvPr>
        </p:nvSpPr>
        <p:spPr>
          <a:xfrm>
            <a:off x="5971475" y="1738925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0" name="Google Shape;2110;p21"/>
          <p:cNvSpPr txBox="1">
            <a:spLocks noGrp="1"/>
          </p:cNvSpPr>
          <p:nvPr>
            <p:ph type="subTitle" idx="7"/>
          </p:nvPr>
        </p:nvSpPr>
        <p:spPr>
          <a:xfrm>
            <a:off x="719075" y="2985837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11" name="Google Shape;2111;p21"/>
          <p:cNvSpPr txBox="1">
            <a:spLocks noGrp="1"/>
          </p:cNvSpPr>
          <p:nvPr>
            <p:ph type="subTitle" idx="8"/>
          </p:nvPr>
        </p:nvSpPr>
        <p:spPr>
          <a:xfrm>
            <a:off x="719075" y="3324300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21"/>
          <p:cNvSpPr txBox="1">
            <a:spLocks noGrp="1"/>
          </p:cNvSpPr>
          <p:nvPr>
            <p:ph type="subTitle" idx="9"/>
          </p:nvPr>
        </p:nvSpPr>
        <p:spPr>
          <a:xfrm>
            <a:off x="3345275" y="2985843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13" name="Google Shape;2113;p21"/>
          <p:cNvSpPr txBox="1">
            <a:spLocks noGrp="1"/>
          </p:cNvSpPr>
          <p:nvPr>
            <p:ph type="subTitle" idx="13"/>
          </p:nvPr>
        </p:nvSpPr>
        <p:spPr>
          <a:xfrm>
            <a:off x="3345275" y="3324305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4" name="Google Shape;2114;p21"/>
          <p:cNvSpPr txBox="1">
            <a:spLocks noGrp="1"/>
          </p:cNvSpPr>
          <p:nvPr>
            <p:ph type="subTitle" idx="14"/>
          </p:nvPr>
        </p:nvSpPr>
        <p:spPr>
          <a:xfrm>
            <a:off x="5971475" y="2985837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15" name="Google Shape;2115;p21"/>
          <p:cNvSpPr txBox="1">
            <a:spLocks noGrp="1"/>
          </p:cNvSpPr>
          <p:nvPr>
            <p:ph type="subTitle" idx="15"/>
          </p:nvPr>
        </p:nvSpPr>
        <p:spPr>
          <a:xfrm>
            <a:off x="5971475" y="3324300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6" name="Google Shape;2116;p21"/>
          <p:cNvGrpSpPr/>
          <p:nvPr/>
        </p:nvGrpSpPr>
        <p:grpSpPr>
          <a:xfrm flipH="1">
            <a:off x="-2211164" y="2834517"/>
            <a:ext cx="4552378" cy="4582857"/>
            <a:chOff x="3819525" y="1138237"/>
            <a:chExt cx="4552378" cy="4582857"/>
          </a:xfrm>
        </p:grpSpPr>
        <p:grpSp>
          <p:nvGrpSpPr>
            <p:cNvPr id="2117" name="Google Shape;2117;p21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2118" name="Google Shape;2118;p21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9" name="Google Shape;2119;p21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0" name="Google Shape;2120;p21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1" name="Google Shape;2121;p21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2" name="Google Shape;2122;p21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3" name="Google Shape;2123;p21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4" name="Google Shape;2124;p21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5" name="Google Shape;2125;p21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6" name="Google Shape;2126;p21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7" name="Google Shape;2127;p21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8" name="Google Shape;2128;p21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9" name="Google Shape;2129;p21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0" name="Google Shape;2130;p21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1" name="Google Shape;2131;p21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2" name="Google Shape;2132;p21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3" name="Google Shape;2133;p21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4" name="Google Shape;2134;p21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5" name="Google Shape;2135;p21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6" name="Google Shape;2136;p21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7" name="Google Shape;2137;p21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8" name="Google Shape;2138;p21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9" name="Google Shape;2139;p21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0" name="Google Shape;2140;p21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21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2" name="Google Shape;2142;p21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3" name="Google Shape;2143;p21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4" name="Google Shape;2144;p21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5" name="Google Shape;2145;p21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6" name="Google Shape;2146;p21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7" name="Google Shape;2147;p21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8" name="Google Shape;2148;p21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9" name="Google Shape;2149;p21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21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151;p21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21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153;p21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21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5" name="Google Shape;2155;p21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6" name="Google Shape;2156;p21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7" name="Google Shape;2157;p21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158;p21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9" name="Google Shape;2159;p21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0" name="Google Shape;2160;p21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1" name="Google Shape;2161;p21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2" name="Google Shape;2162;p21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3" name="Google Shape;2163;p21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4" name="Google Shape;2164;p21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5" name="Google Shape;2165;p21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6" name="Google Shape;2166;p21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7" name="Google Shape;2167;p21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8" name="Google Shape;2168;p21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9" name="Google Shape;2169;p21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0" name="Google Shape;2170;p21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1" name="Google Shape;2171;p21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2" name="Google Shape;2172;p21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3" name="Google Shape;2173;p21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4" name="Google Shape;2174;p21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5" name="Google Shape;2175;p21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2176" name="Google Shape;2176;p21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7" name="Google Shape;2177;p21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8" name="Google Shape;2178;p21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9" name="Google Shape;2179;p21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0" name="Google Shape;2180;p21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1" name="Google Shape;2181;p21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2" name="Google Shape;2182;p21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3" name="Google Shape;2183;p21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4" name="Google Shape;2184;p21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5" name="Google Shape;2185;p21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6" name="Google Shape;2186;p21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7" name="Google Shape;2187;p21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8" name="Google Shape;2188;p21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9" name="Google Shape;2189;p21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0" name="Google Shape;2190;p21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1" name="Google Shape;2191;p21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2" name="Google Shape;2192;p21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3" name="Google Shape;2193;p21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4" name="Google Shape;2194;p21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5" name="Google Shape;2195;p21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6" name="Google Shape;2196;p21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7" name="Google Shape;2197;p21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8" name="Google Shape;2198;p21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9" name="Google Shape;2199;p21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0" name="Google Shape;2200;p21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21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21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3" name="Google Shape;2203;p21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4" name="Google Shape;2204;p21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5" name="Google Shape;2205;p21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6" name="Google Shape;2206;p21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7" name="Google Shape;2207;p21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21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21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21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21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21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21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21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5" name="Google Shape;2215;p21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21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21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21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9" name="Google Shape;2219;p21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0" name="Google Shape;2220;p21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21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2" name="Google Shape;2222;p21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3" name="Google Shape;2223;p21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4" name="Google Shape;2224;p21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5" name="Google Shape;2225;p21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6" name="Google Shape;2226;p21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7" name="Google Shape;2227;p21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8" name="Google Shape;2228;p21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9" name="Google Shape;2229;p21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0" name="Google Shape;2230;p21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1" name="Google Shape;2231;p21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2232" name="Google Shape;2232;p21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3" name="Google Shape;2233;p21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4" name="Google Shape;2234;p21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5" name="Google Shape;2235;p21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6" name="Google Shape;2236;p21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7" name="Google Shape;2237;p21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8" name="Google Shape;2238;p21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9" name="Google Shape;2239;p21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0" name="Google Shape;2240;p21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1" name="Google Shape;2241;p21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2" name="Google Shape;2242;p21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3" name="Google Shape;2243;p21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4" name="Google Shape;2244;p21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21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21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21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8" name="Google Shape;2248;p21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9" name="Google Shape;2249;p21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0" name="Google Shape;2250;p21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1" name="Google Shape;2251;p21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2" name="Google Shape;2252;p21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3" name="Google Shape;2253;p21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4" name="Google Shape;2254;p21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5" name="Google Shape;2255;p21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6" name="Google Shape;2256;p21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7" name="Google Shape;2257;p21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8" name="Google Shape;2258;p21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9" name="Google Shape;2259;p21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21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21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2" name="Google Shape;2262;p21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3" name="Google Shape;2263;p21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4" name="Google Shape;2264;p21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5" name="Google Shape;2265;p21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6" name="Google Shape;2266;p21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7" name="Google Shape;2267;p21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8" name="Google Shape;2268;p21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9" name="Google Shape;2269;p21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0" name="Google Shape;2270;p21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1" name="Google Shape;2271;p21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2" name="Google Shape;2272;p21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3" name="Google Shape;2273;p21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4" name="Google Shape;2274;p21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5" name="Google Shape;2275;p21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6" name="Google Shape;2276;p21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7" name="Google Shape;2277;p21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8" name="Google Shape;2278;p21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9" name="Google Shape;2279;p21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0" name="Google Shape;2280;p21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1" name="Google Shape;2281;p21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2" name="Google Shape;2282;p21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3" name="Google Shape;2283;p21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4" name="Google Shape;2284;p21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5" name="Google Shape;2285;p21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2286" name="Google Shape;2286;p21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7" name="Google Shape;2287;p21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8" name="Google Shape;2288;p21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9" name="Google Shape;2289;p21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0" name="Google Shape;2290;p21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1" name="Google Shape;2291;p21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2" name="Google Shape;2292;p21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3" name="Google Shape;2293;p21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4" name="Google Shape;2294;p21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5" name="Google Shape;2295;p21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6" name="Google Shape;2296;p21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7" name="Google Shape;2297;p21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8" name="Google Shape;2298;p21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9" name="Google Shape;2299;p21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0" name="Google Shape;2300;p21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1" name="Google Shape;2301;p21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2" name="Google Shape;2302;p21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3" name="Google Shape;2303;p21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4" name="Google Shape;2304;p21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5" name="Google Shape;2305;p21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6" name="Google Shape;2306;p21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7" name="Google Shape;2307;p21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8" name="Google Shape;2308;p21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9" name="Google Shape;2309;p21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0" name="Google Shape;2310;p21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1" name="Google Shape;2311;p21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2" name="Google Shape;2312;p21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3" name="Google Shape;2313;p21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4" name="Google Shape;2314;p21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5" name="Google Shape;2315;p21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6" name="Google Shape;2316;p21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7" name="Google Shape;2317;p21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8" name="Google Shape;2318;p21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9" name="Google Shape;2319;p21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21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1" name="Google Shape;2321;p21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2" name="Google Shape;2322;p21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3" name="Google Shape;2323;p21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4" name="Google Shape;2324;p21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5" name="Google Shape;2325;p21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6" name="Google Shape;2326;p21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7" name="Google Shape;2327;p21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8" name="Google Shape;2328;p21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9" name="Google Shape;2329;p21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0" name="Google Shape;2330;p21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1" name="Google Shape;2331;p21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2" name="Google Shape;2332;p21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3" name="Google Shape;2333;p21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4" name="Google Shape;2334;p21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5" name="Google Shape;2335;p21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6" name="Google Shape;2336;p21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7" name="Google Shape;2337;p21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2338" name="Google Shape;2338;p21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9" name="Google Shape;2339;p21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0" name="Google Shape;2340;p21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1" name="Google Shape;2341;p21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2" name="Google Shape;2342;p21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21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21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21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6" name="Google Shape;2346;p21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7" name="Google Shape;2347;p21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8" name="Google Shape;2348;p21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9" name="Google Shape;2349;p21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0" name="Google Shape;2350;p21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21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21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21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4" name="Google Shape;2354;p21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5" name="Google Shape;2355;p21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21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21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8" name="Google Shape;2358;p21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9" name="Google Shape;2359;p21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0" name="Google Shape;2360;p21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21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2" name="Google Shape;2362;p21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21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21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21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21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21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21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9" name="Google Shape;2369;p21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21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21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21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3" name="Google Shape;2373;p21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4" name="Google Shape;2374;p21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5" name="Google Shape;2375;p21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21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7" name="Google Shape;2377;p21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8" name="Google Shape;2378;p21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9" name="Google Shape;2379;p21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21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21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2" name="Google Shape;2382;p21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3" name="Google Shape;2383;p21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4" name="Google Shape;2384;p21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5" name="Google Shape;2385;p21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6" name="Google Shape;2386;p21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7" name="Google Shape;2387;p21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2388" name="Google Shape;2388;p21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9" name="Google Shape;2389;p21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0" name="Google Shape;2390;p21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1" name="Google Shape;2391;p21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2" name="Google Shape;2392;p21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3" name="Google Shape;2393;p21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4" name="Google Shape;2394;p21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5" name="Google Shape;2395;p21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6" name="Google Shape;2396;p21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7" name="Google Shape;2397;p21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8" name="Google Shape;2398;p21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9" name="Google Shape;2399;p21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0" name="Google Shape;2400;p21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1" name="Google Shape;2401;p21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2" name="Google Shape;2402;p21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3" name="Google Shape;2403;p21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4" name="Google Shape;2404;p21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5" name="Google Shape;2405;p21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6" name="Google Shape;2406;p21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7" name="Google Shape;2407;p21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8" name="Google Shape;2408;p21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9" name="Google Shape;2409;p21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0" name="Google Shape;2410;p21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1" name="Google Shape;2411;p21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2" name="Google Shape;2412;p21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3" name="Google Shape;2413;p21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4" name="Google Shape;2414;p21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5" name="Google Shape;2415;p21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6" name="Google Shape;2416;p21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7" name="Google Shape;2417;p21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8" name="Google Shape;2418;p21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9" name="Google Shape;2419;p21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0" name="Google Shape;2420;p21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1" name="Google Shape;2421;p21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2" name="Google Shape;2422;p21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3" name="Google Shape;2423;p21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4" name="Google Shape;2424;p21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5" name="Google Shape;2425;p21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6" name="Google Shape;2426;p21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7" name="Google Shape;2427;p21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8" name="Google Shape;2428;p21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21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21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1" name="Google Shape;2431;p21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2" name="Google Shape;2432;p21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3" name="Google Shape;2433;p21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4" name="Google Shape;2434;p21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5" name="Google Shape;2435;p21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2436" name="Google Shape;2436;p21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7" name="Google Shape;2437;p21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21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9" name="Google Shape;2439;p21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21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1" name="Google Shape;2441;p21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21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3" name="Google Shape;2443;p21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4" name="Google Shape;2444;p21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5" name="Google Shape;2445;p21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6" name="Google Shape;2446;p21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7" name="Google Shape;2447;p21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8" name="Google Shape;2448;p21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9" name="Google Shape;2449;p21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0" name="Google Shape;2450;p21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1" name="Google Shape;2451;p21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2" name="Google Shape;2452;p21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3" name="Google Shape;2453;p21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4" name="Google Shape;2454;p21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5" name="Google Shape;2455;p21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6" name="Google Shape;2456;p21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7" name="Google Shape;2457;p21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8" name="Google Shape;2458;p21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9" name="Google Shape;2459;p21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21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1" name="Google Shape;2461;p21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21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3" name="Google Shape;2463;p21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4" name="Google Shape;2464;p21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21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6" name="Google Shape;2466;p21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7" name="Google Shape;2467;p21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8" name="Google Shape;2468;p21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9" name="Google Shape;2469;p21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0" name="Google Shape;2470;p21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21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21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3" name="Google Shape;2473;p21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4" name="Google Shape;2474;p21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5" name="Google Shape;2475;p21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6" name="Google Shape;2476;p21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21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8" name="Google Shape;2478;p21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9" name="Google Shape;2479;p21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0" name="Google Shape;2480;p21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1" name="Google Shape;2481;p21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2482" name="Google Shape;2482;p21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21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21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21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21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7" name="Google Shape;2487;p21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21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21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0" name="Google Shape;2490;p21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1" name="Google Shape;2491;p21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2" name="Google Shape;2492;p21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3" name="Google Shape;2493;p21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4" name="Google Shape;2494;p21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5" name="Google Shape;2495;p21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6" name="Google Shape;2496;p21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7" name="Google Shape;2497;p21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8" name="Google Shape;2498;p21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9" name="Google Shape;2499;p21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0" name="Google Shape;2500;p21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1" name="Google Shape;2501;p21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21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3" name="Google Shape;2503;p21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4" name="Google Shape;2504;p21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5" name="Google Shape;2505;p21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6" name="Google Shape;2506;p21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7" name="Google Shape;2507;p21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8" name="Google Shape;2508;p21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9" name="Google Shape;2509;p21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0" name="Google Shape;2510;p21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1" name="Google Shape;2511;p21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2" name="Google Shape;2512;p21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3" name="Google Shape;2513;p21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4" name="Google Shape;2514;p21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5" name="Google Shape;2515;p21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6" name="Google Shape;2516;p21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21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8" name="Google Shape;2518;p21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9" name="Google Shape;2519;p21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0" name="Google Shape;2520;p21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1" name="Google Shape;2521;p21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2" name="Google Shape;2522;p21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3" name="Google Shape;2523;p21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4" name="Google Shape;2524;p21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5" name="Google Shape;2525;p21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2526" name="Google Shape;2526;p21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7" name="Google Shape;2527;p21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8" name="Google Shape;2528;p21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9" name="Google Shape;2529;p21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0" name="Google Shape;2530;p21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1" name="Google Shape;2531;p21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2" name="Google Shape;2532;p21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3" name="Google Shape;2533;p21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4" name="Google Shape;2534;p21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5" name="Google Shape;2535;p21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6" name="Google Shape;2536;p21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7" name="Google Shape;2537;p21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8" name="Google Shape;2538;p21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9" name="Google Shape;2539;p21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0" name="Google Shape;2540;p21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1" name="Google Shape;2541;p21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2" name="Google Shape;2542;p21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3" name="Google Shape;2543;p21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4" name="Google Shape;2544;p21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5" name="Google Shape;2545;p21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6" name="Google Shape;2546;p21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7" name="Google Shape;2547;p21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8" name="Google Shape;2548;p21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9" name="Google Shape;2549;p21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0" name="Google Shape;2550;p21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1" name="Google Shape;2551;p21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2" name="Google Shape;2552;p21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3" name="Google Shape;2553;p21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4" name="Google Shape;2554;p21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5" name="Google Shape;2555;p21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6" name="Google Shape;2556;p21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7" name="Google Shape;2557;p21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8" name="Google Shape;2558;p21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9" name="Google Shape;2559;p21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0" name="Google Shape;2560;p21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1" name="Google Shape;2561;p21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2" name="Google Shape;2562;p21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3" name="Google Shape;2563;p21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4" name="Google Shape;2564;p21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5" name="Google Shape;2565;p21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6" name="Google Shape;2566;p21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7" name="Google Shape;2567;p21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2568" name="Google Shape;2568;p21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9" name="Google Shape;2569;p21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0" name="Google Shape;2570;p21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1" name="Google Shape;2571;p21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2" name="Google Shape;2572;p21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3" name="Google Shape;2573;p21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4" name="Google Shape;2574;p21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5" name="Google Shape;2575;p21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6" name="Google Shape;2576;p21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7" name="Google Shape;2577;p21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8" name="Google Shape;2578;p21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9" name="Google Shape;2579;p21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0" name="Google Shape;2580;p21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1" name="Google Shape;2581;p21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21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3" name="Google Shape;2583;p21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4" name="Google Shape;2584;p21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5" name="Google Shape;2585;p21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6" name="Google Shape;2586;p21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7" name="Google Shape;2587;p21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8" name="Google Shape;2588;p21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9" name="Google Shape;2589;p21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0" name="Google Shape;2590;p21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1" name="Google Shape;2591;p21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2" name="Google Shape;2592;p21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3" name="Google Shape;2593;p21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4" name="Google Shape;2594;p21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5" name="Google Shape;2595;p21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21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7" name="Google Shape;2597;p21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8" name="Google Shape;2598;p21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9" name="Google Shape;2599;p21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0" name="Google Shape;2600;p21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1" name="Google Shape;2601;p21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2" name="Google Shape;2602;p21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3" name="Google Shape;2603;p21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4" name="Google Shape;2604;p21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5" name="Google Shape;2605;p21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6" name="Google Shape;2606;p21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07" name="Google Shape;2607;p21"/>
          <p:cNvSpPr/>
          <p:nvPr/>
        </p:nvSpPr>
        <p:spPr>
          <a:xfrm rot="2700000" flipH="1">
            <a:off x="7892656" y="24972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21"/>
          <p:cNvSpPr/>
          <p:nvPr/>
        </p:nvSpPr>
        <p:spPr>
          <a:xfrm>
            <a:off x="8576725" y="16281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9" name="Google Shape;2609;p21"/>
          <p:cNvSpPr/>
          <p:nvPr/>
        </p:nvSpPr>
        <p:spPr>
          <a:xfrm rot="2081">
            <a:off x="3580650" y="4774625"/>
            <a:ext cx="19827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0" name="Google Shape;2610;p21"/>
          <p:cNvSpPr/>
          <p:nvPr/>
        </p:nvSpPr>
        <p:spPr>
          <a:xfrm rot="3148151">
            <a:off x="-2105980" y="-790023"/>
            <a:ext cx="3050559" cy="3034302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p22"/>
          <p:cNvSpPr txBox="1">
            <a:spLocks noGrp="1"/>
          </p:cNvSpPr>
          <p:nvPr>
            <p:ph type="title"/>
          </p:nvPr>
        </p:nvSpPr>
        <p:spPr>
          <a:xfrm>
            <a:off x="2878500" y="726350"/>
            <a:ext cx="3387000" cy="98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3" name="Google Shape;2613;p22"/>
          <p:cNvSpPr txBox="1">
            <a:spLocks noGrp="1"/>
          </p:cNvSpPr>
          <p:nvPr>
            <p:ph type="subTitle" idx="1"/>
          </p:nvPr>
        </p:nvSpPr>
        <p:spPr>
          <a:xfrm>
            <a:off x="2878500" y="1580613"/>
            <a:ext cx="3387000" cy="10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4" name="Google Shape;2614;p22"/>
          <p:cNvSpPr txBox="1"/>
          <p:nvPr/>
        </p:nvSpPr>
        <p:spPr>
          <a:xfrm>
            <a:off x="2878500" y="3292063"/>
            <a:ext cx="33870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5" name="Google Shape;2615;p22"/>
          <p:cNvSpPr/>
          <p:nvPr/>
        </p:nvSpPr>
        <p:spPr>
          <a:xfrm>
            <a:off x="590050" y="45575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6" name="Google Shape;2616;p22"/>
          <p:cNvSpPr/>
          <p:nvPr/>
        </p:nvSpPr>
        <p:spPr>
          <a:xfrm rot="2384">
            <a:off x="7010275" y="514276"/>
            <a:ext cx="8652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7" name="Google Shape;2617;p22"/>
          <p:cNvSpPr/>
          <p:nvPr/>
        </p:nvSpPr>
        <p:spPr>
          <a:xfrm>
            <a:off x="8103650" y="4637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8" name="Google Shape;2618;p22"/>
          <p:cNvSpPr/>
          <p:nvPr/>
        </p:nvSpPr>
        <p:spPr>
          <a:xfrm rot="5394980">
            <a:off x="-16695" y="3098395"/>
            <a:ext cx="1438202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p23"/>
          <p:cNvSpPr/>
          <p:nvPr/>
        </p:nvSpPr>
        <p:spPr>
          <a:xfrm rot="440549">
            <a:off x="-1044620" y="1224284"/>
            <a:ext cx="3054510" cy="3038232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1" name="Google Shape;2621;p23"/>
          <p:cNvSpPr/>
          <p:nvPr/>
        </p:nvSpPr>
        <p:spPr>
          <a:xfrm rot="2700000" flipH="1">
            <a:off x="7579956" y="1947019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2" name="Google Shape;2622;p23"/>
          <p:cNvGrpSpPr/>
          <p:nvPr/>
        </p:nvGrpSpPr>
        <p:grpSpPr>
          <a:xfrm flipH="1">
            <a:off x="6013686" y="-1575058"/>
            <a:ext cx="4552378" cy="4582857"/>
            <a:chOff x="3819525" y="1138237"/>
            <a:chExt cx="4552378" cy="4582857"/>
          </a:xfrm>
        </p:grpSpPr>
        <p:grpSp>
          <p:nvGrpSpPr>
            <p:cNvPr id="2623" name="Google Shape;2623;p23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2624" name="Google Shape;2624;p23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5" name="Google Shape;2625;p23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6" name="Google Shape;2626;p23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7" name="Google Shape;2627;p23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8" name="Google Shape;2628;p23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9" name="Google Shape;2629;p23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0" name="Google Shape;2630;p23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1" name="Google Shape;2631;p23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2" name="Google Shape;2632;p23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3" name="Google Shape;2633;p23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4" name="Google Shape;2634;p23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5" name="Google Shape;2635;p23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6" name="Google Shape;2636;p23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7" name="Google Shape;2637;p23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8" name="Google Shape;2638;p23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9" name="Google Shape;2639;p23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0" name="Google Shape;2640;p23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1" name="Google Shape;2641;p23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2" name="Google Shape;2642;p23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3" name="Google Shape;2643;p23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4" name="Google Shape;2644;p23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5" name="Google Shape;2645;p23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6" name="Google Shape;2646;p23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7" name="Google Shape;2647;p23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8" name="Google Shape;2648;p23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9" name="Google Shape;2649;p23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0" name="Google Shape;2650;p23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1" name="Google Shape;2651;p23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2" name="Google Shape;2652;p23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3" name="Google Shape;2653;p23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4" name="Google Shape;2654;p23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5" name="Google Shape;2655;p23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6" name="Google Shape;2656;p23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7" name="Google Shape;2657;p23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8" name="Google Shape;2658;p23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9" name="Google Shape;2659;p23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0" name="Google Shape;2660;p23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1" name="Google Shape;2661;p23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2" name="Google Shape;2662;p23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3" name="Google Shape;2663;p23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4" name="Google Shape;2664;p23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5" name="Google Shape;2665;p23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6" name="Google Shape;2666;p23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7" name="Google Shape;2667;p23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8" name="Google Shape;2668;p23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9" name="Google Shape;2669;p23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0" name="Google Shape;2670;p23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1" name="Google Shape;2671;p23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2" name="Google Shape;2672;p23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3" name="Google Shape;2673;p23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4" name="Google Shape;2674;p23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5" name="Google Shape;2675;p23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6" name="Google Shape;2676;p23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7" name="Google Shape;2677;p23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8" name="Google Shape;2678;p23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9" name="Google Shape;2679;p23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0" name="Google Shape;2680;p23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1" name="Google Shape;2681;p23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2682" name="Google Shape;2682;p23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3" name="Google Shape;2683;p23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4" name="Google Shape;2684;p23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5" name="Google Shape;2685;p23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6" name="Google Shape;2686;p23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7" name="Google Shape;2687;p23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8" name="Google Shape;2688;p23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9" name="Google Shape;2689;p23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0" name="Google Shape;2690;p23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1" name="Google Shape;2691;p23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2" name="Google Shape;2692;p23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3" name="Google Shape;2693;p23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4" name="Google Shape;2694;p23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5" name="Google Shape;2695;p23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6" name="Google Shape;2696;p23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7" name="Google Shape;2697;p23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8" name="Google Shape;2698;p23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9" name="Google Shape;2699;p23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0" name="Google Shape;2700;p23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1" name="Google Shape;2701;p23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2" name="Google Shape;2702;p23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3" name="Google Shape;2703;p23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4" name="Google Shape;2704;p23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5" name="Google Shape;2705;p23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6" name="Google Shape;2706;p23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7" name="Google Shape;2707;p23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8" name="Google Shape;2708;p23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9" name="Google Shape;2709;p23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0" name="Google Shape;2710;p23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1" name="Google Shape;2711;p23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2" name="Google Shape;2712;p23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3" name="Google Shape;2713;p23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4" name="Google Shape;2714;p23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5" name="Google Shape;2715;p23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6" name="Google Shape;2716;p23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7" name="Google Shape;2717;p23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8" name="Google Shape;2718;p23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9" name="Google Shape;2719;p23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0" name="Google Shape;2720;p23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1" name="Google Shape;2721;p23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2" name="Google Shape;2722;p23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3" name="Google Shape;2723;p23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4" name="Google Shape;2724;p23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5" name="Google Shape;2725;p23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6" name="Google Shape;2726;p23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7" name="Google Shape;2727;p23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8" name="Google Shape;2728;p23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9" name="Google Shape;2729;p23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0" name="Google Shape;2730;p23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23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23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3" name="Google Shape;2733;p23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23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5" name="Google Shape;2735;p23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6" name="Google Shape;2736;p23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7" name="Google Shape;2737;p23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2738" name="Google Shape;2738;p23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23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23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1" name="Google Shape;2741;p23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2" name="Google Shape;2742;p23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3" name="Google Shape;2743;p23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4" name="Google Shape;2744;p23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5" name="Google Shape;2745;p23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6" name="Google Shape;2746;p23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7" name="Google Shape;2747;p23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8" name="Google Shape;2748;p23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9" name="Google Shape;2749;p23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0" name="Google Shape;2750;p23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1" name="Google Shape;2751;p23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2" name="Google Shape;2752;p23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3" name="Google Shape;2753;p23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4" name="Google Shape;2754;p23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5" name="Google Shape;2755;p23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6" name="Google Shape;2756;p23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7" name="Google Shape;2757;p23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8" name="Google Shape;2758;p23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23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0" name="Google Shape;2760;p23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1" name="Google Shape;2761;p23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2" name="Google Shape;2762;p23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3" name="Google Shape;2763;p23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4" name="Google Shape;2764;p23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23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6" name="Google Shape;2766;p23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23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23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9" name="Google Shape;2769;p23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0" name="Google Shape;2770;p23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1" name="Google Shape;2771;p23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2" name="Google Shape;2772;p23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23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23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23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6" name="Google Shape;2776;p23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7" name="Google Shape;2777;p23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8" name="Google Shape;2778;p23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9" name="Google Shape;2779;p23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0" name="Google Shape;2780;p23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23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23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23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4" name="Google Shape;2784;p23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5" name="Google Shape;2785;p23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6" name="Google Shape;2786;p23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7" name="Google Shape;2787;p23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23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23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23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1" name="Google Shape;2791;p23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2792" name="Google Shape;2792;p23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3" name="Google Shape;2793;p23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4" name="Google Shape;2794;p23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23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6" name="Google Shape;2796;p23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23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23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23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0" name="Google Shape;2800;p23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1" name="Google Shape;2801;p23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2" name="Google Shape;2802;p23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3" name="Google Shape;2803;p23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4" name="Google Shape;2804;p23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23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23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23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8" name="Google Shape;2808;p23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9" name="Google Shape;2809;p23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0" name="Google Shape;2810;p23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23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2" name="Google Shape;2812;p23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23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23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23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6" name="Google Shape;2816;p23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7" name="Google Shape;2817;p23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8" name="Google Shape;2818;p23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9" name="Google Shape;2819;p23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0" name="Google Shape;2820;p23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1" name="Google Shape;2821;p23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2" name="Google Shape;2822;p23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23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4" name="Google Shape;2824;p23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5" name="Google Shape;2825;p23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6" name="Google Shape;2826;p23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7" name="Google Shape;2827;p23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8" name="Google Shape;2828;p23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9" name="Google Shape;2829;p23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0" name="Google Shape;2830;p23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1" name="Google Shape;2831;p23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2" name="Google Shape;2832;p23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3" name="Google Shape;2833;p23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4" name="Google Shape;2834;p23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5" name="Google Shape;2835;p23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6" name="Google Shape;2836;p23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7" name="Google Shape;2837;p23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8" name="Google Shape;2838;p23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9" name="Google Shape;2839;p23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0" name="Google Shape;2840;p23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1" name="Google Shape;2841;p23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2" name="Google Shape;2842;p23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3" name="Google Shape;2843;p23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2844" name="Google Shape;2844;p23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5" name="Google Shape;2845;p23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6" name="Google Shape;2846;p23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7" name="Google Shape;2847;p23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8" name="Google Shape;2848;p23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9" name="Google Shape;2849;p23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0" name="Google Shape;2850;p23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1" name="Google Shape;2851;p23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2" name="Google Shape;2852;p23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3" name="Google Shape;2853;p23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4" name="Google Shape;2854;p23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5" name="Google Shape;2855;p23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6" name="Google Shape;2856;p23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7" name="Google Shape;2857;p23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8" name="Google Shape;2858;p23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9" name="Google Shape;2859;p23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0" name="Google Shape;2860;p23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1" name="Google Shape;2861;p23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2" name="Google Shape;2862;p23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3" name="Google Shape;2863;p23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4" name="Google Shape;2864;p23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5" name="Google Shape;2865;p23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6" name="Google Shape;2866;p23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23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8" name="Google Shape;2868;p23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23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0" name="Google Shape;2870;p23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1" name="Google Shape;2871;p23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2" name="Google Shape;2872;p23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3" name="Google Shape;2873;p23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4" name="Google Shape;2874;p23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5" name="Google Shape;2875;p23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6" name="Google Shape;2876;p23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7" name="Google Shape;2877;p23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23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9" name="Google Shape;2879;p23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2880;p23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1" name="Google Shape;2881;p23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2882;p23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3" name="Google Shape;2883;p23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4" name="Google Shape;2884;p23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5" name="Google Shape;2885;p23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6" name="Google Shape;2886;p23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7" name="Google Shape;2887;p23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8" name="Google Shape;2888;p23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9" name="Google Shape;2889;p23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0" name="Google Shape;2890;p23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1" name="Google Shape;2891;p23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2" name="Google Shape;2892;p23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3" name="Google Shape;2893;p23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2894" name="Google Shape;2894;p23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5" name="Google Shape;2895;p23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6" name="Google Shape;2896;p23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7" name="Google Shape;2897;p23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8" name="Google Shape;2898;p23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9" name="Google Shape;2899;p23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0" name="Google Shape;2900;p23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1" name="Google Shape;2901;p23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2" name="Google Shape;2902;p23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3" name="Google Shape;2903;p23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4" name="Google Shape;2904;p23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5" name="Google Shape;2905;p23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6" name="Google Shape;2906;p23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7" name="Google Shape;2907;p23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8" name="Google Shape;2908;p23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9" name="Google Shape;2909;p23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0" name="Google Shape;2910;p23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1" name="Google Shape;2911;p23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2" name="Google Shape;2912;p23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3" name="Google Shape;2913;p23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4" name="Google Shape;2914;p23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5" name="Google Shape;2915;p23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6" name="Google Shape;2916;p23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7" name="Google Shape;2917;p23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8" name="Google Shape;2918;p23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9" name="Google Shape;2919;p23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0" name="Google Shape;2920;p23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1" name="Google Shape;2921;p23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2" name="Google Shape;2922;p23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3" name="Google Shape;2923;p23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4" name="Google Shape;2924;p23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5" name="Google Shape;2925;p23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6" name="Google Shape;2926;p23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7" name="Google Shape;2927;p23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8" name="Google Shape;2928;p23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9" name="Google Shape;2929;p23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0" name="Google Shape;2930;p23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1" name="Google Shape;2931;p23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2" name="Google Shape;2932;p23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3" name="Google Shape;2933;p23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4" name="Google Shape;2934;p23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5" name="Google Shape;2935;p23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6" name="Google Shape;2936;p23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7" name="Google Shape;2937;p23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8" name="Google Shape;2938;p23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9" name="Google Shape;2939;p23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0" name="Google Shape;2940;p23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1" name="Google Shape;2941;p23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2942" name="Google Shape;2942;p23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3" name="Google Shape;2943;p23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4" name="Google Shape;2944;p23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5" name="Google Shape;2945;p23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6" name="Google Shape;2946;p23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7" name="Google Shape;2947;p23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8" name="Google Shape;2948;p23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9" name="Google Shape;2949;p23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0" name="Google Shape;2950;p23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1" name="Google Shape;2951;p23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2" name="Google Shape;2952;p23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3" name="Google Shape;2953;p23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4" name="Google Shape;2954;p23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5" name="Google Shape;2955;p23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6" name="Google Shape;2956;p23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7" name="Google Shape;2957;p23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8" name="Google Shape;2958;p23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9" name="Google Shape;2959;p23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0" name="Google Shape;2960;p23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1" name="Google Shape;2961;p23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2" name="Google Shape;2962;p23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3" name="Google Shape;2963;p23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4" name="Google Shape;2964;p23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5" name="Google Shape;2965;p23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6" name="Google Shape;2966;p23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7" name="Google Shape;2967;p23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8" name="Google Shape;2968;p23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9" name="Google Shape;2969;p23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0" name="Google Shape;2970;p23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1" name="Google Shape;2971;p23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2" name="Google Shape;2972;p23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3" name="Google Shape;2973;p23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4" name="Google Shape;2974;p23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5" name="Google Shape;2975;p23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6" name="Google Shape;2976;p23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7" name="Google Shape;2977;p23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8" name="Google Shape;2978;p23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9" name="Google Shape;2979;p23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0" name="Google Shape;2980;p23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1" name="Google Shape;2981;p23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2" name="Google Shape;2982;p23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3" name="Google Shape;2983;p23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4" name="Google Shape;2984;p23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5" name="Google Shape;2985;p23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6" name="Google Shape;2986;p23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87" name="Google Shape;2987;p23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2988" name="Google Shape;2988;p23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9" name="Google Shape;2989;p23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0" name="Google Shape;2990;p23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1" name="Google Shape;2991;p23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2" name="Google Shape;2992;p23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3" name="Google Shape;2993;p23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4" name="Google Shape;2994;p23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5" name="Google Shape;2995;p23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6" name="Google Shape;2996;p23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7" name="Google Shape;2997;p23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8" name="Google Shape;2998;p23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9" name="Google Shape;2999;p23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0" name="Google Shape;3000;p23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1" name="Google Shape;3001;p23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2" name="Google Shape;3002;p23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3" name="Google Shape;3003;p23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4" name="Google Shape;3004;p23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5" name="Google Shape;3005;p23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6" name="Google Shape;3006;p23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7" name="Google Shape;3007;p23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8" name="Google Shape;3008;p23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9" name="Google Shape;3009;p23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0" name="Google Shape;3010;p23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1" name="Google Shape;3011;p23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2" name="Google Shape;3012;p23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3" name="Google Shape;3013;p23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4" name="Google Shape;3014;p23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5" name="Google Shape;3015;p23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6" name="Google Shape;3016;p23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7" name="Google Shape;3017;p23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8" name="Google Shape;3018;p23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9" name="Google Shape;3019;p23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0" name="Google Shape;3020;p23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1" name="Google Shape;3021;p23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2" name="Google Shape;3022;p23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3" name="Google Shape;3023;p23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4" name="Google Shape;3024;p23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5" name="Google Shape;3025;p23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6" name="Google Shape;3026;p23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7" name="Google Shape;3027;p23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8" name="Google Shape;3028;p23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9" name="Google Shape;3029;p23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0" name="Google Shape;3030;p23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1" name="Google Shape;3031;p23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3032" name="Google Shape;3032;p23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23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4" name="Google Shape;3034;p23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5" name="Google Shape;3035;p23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23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7" name="Google Shape;3037;p23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8" name="Google Shape;3038;p23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9" name="Google Shape;3039;p23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0" name="Google Shape;3040;p23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1" name="Google Shape;3041;p23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2" name="Google Shape;3042;p23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3" name="Google Shape;3043;p23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4" name="Google Shape;3044;p23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5" name="Google Shape;3045;p23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6" name="Google Shape;3046;p23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7" name="Google Shape;3047;p23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8" name="Google Shape;3048;p23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9" name="Google Shape;3049;p23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0" name="Google Shape;3050;p23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1" name="Google Shape;3051;p23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2" name="Google Shape;3052;p23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3" name="Google Shape;3053;p23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4" name="Google Shape;3054;p23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5" name="Google Shape;3055;p23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6" name="Google Shape;3056;p23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7" name="Google Shape;3057;p23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8" name="Google Shape;3058;p23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9" name="Google Shape;3059;p23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0" name="Google Shape;3060;p23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1" name="Google Shape;3061;p23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2" name="Google Shape;3062;p23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3" name="Google Shape;3063;p23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4" name="Google Shape;3064;p23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5" name="Google Shape;3065;p23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6" name="Google Shape;3066;p23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7" name="Google Shape;3067;p23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8" name="Google Shape;3068;p23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9" name="Google Shape;3069;p23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0" name="Google Shape;3070;p23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1" name="Google Shape;3071;p23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2" name="Google Shape;3072;p23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3" name="Google Shape;3073;p23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3074" name="Google Shape;3074;p23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5" name="Google Shape;3075;p23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6" name="Google Shape;3076;p23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7" name="Google Shape;3077;p23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8" name="Google Shape;3078;p23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9" name="Google Shape;3079;p23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0" name="Google Shape;3080;p23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1" name="Google Shape;3081;p23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2" name="Google Shape;3082;p23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3" name="Google Shape;3083;p23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4" name="Google Shape;3084;p23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5" name="Google Shape;3085;p23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6" name="Google Shape;3086;p23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7" name="Google Shape;3087;p23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8" name="Google Shape;3088;p23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9" name="Google Shape;3089;p23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0" name="Google Shape;3090;p23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1" name="Google Shape;3091;p23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2" name="Google Shape;3092;p23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3" name="Google Shape;3093;p23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4" name="Google Shape;3094;p23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5" name="Google Shape;3095;p23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6" name="Google Shape;3096;p23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7" name="Google Shape;3097;p23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8" name="Google Shape;3098;p23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9" name="Google Shape;3099;p23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0" name="Google Shape;3100;p23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1" name="Google Shape;3101;p23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2" name="Google Shape;3102;p23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3" name="Google Shape;3103;p23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4" name="Google Shape;3104;p23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23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6" name="Google Shape;3106;p23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7" name="Google Shape;3107;p23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8" name="Google Shape;3108;p23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9" name="Google Shape;3109;p23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0" name="Google Shape;3110;p23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1" name="Google Shape;3111;p23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2" name="Google Shape;3112;p23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13" name="Google Shape;3113;p23"/>
          <p:cNvSpPr/>
          <p:nvPr/>
        </p:nvSpPr>
        <p:spPr>
          <a:xfrm rot="2192">
            <a:off x="2278575" y="4573025"/>
            <a:ext cx="14118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4" name="Google Shape;3114;p23"/>
          <p:cNvSpPr/>
          <p:nvPr/>
        </p:nvSpPr>
        <p:spPr>
          <a:xfrm>
            <a:off x="3918400" y="45227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5" name="Google Shape;3115;p23"/>
          <p:cNvSpPr/>
          <p:nvPr/>
        </p:nvSpPr>
        <p:spPr>
          <a:xfrm>
            <a:off x="8264025" y="39771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6" name="Google Shape;3116;p23"/>
          <p:cNvSpPr/>
          <p:nvPr/>
        </p:nvSpPr>
        <p:spPr>
          <a:xfrm rot="2700000">
            <a:off x="2116381" y="522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24"/>
          <p:cNvSpPr/>
          <p:nvPr/>
        </p:nvSpPr>
        <p:spPr>
          <a:xfrm rot="3160592">
            <a:off x="5635044" y="3157619"/>
            <a:ext cx="3055949" cy="3039664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9" name="Google Shape;3119;p24"/>
          <p:cNvSpPr/>
          <p:nvPr/>
        </p:nvSpPr>
        <p:spPr>
          <a:xfrm rot="5402371">
            <a:off x="8148475" y="1807621"/>
            <a:ext cx="8700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0" name="Google Shape;3120;p24"/>
          <p:cNvSpPr/>
          <p:nvPr/>
        </p:nvSpPr>
        <p:spPr>
          <a:xfrm>
            <a:off x="8470825" y="10020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1" name="Google Shape;3121;p24"/>
          <p:cNvSpPr/>
          <p:nvPr/>
        </p:nvSpPr>
        <p:spPr>
          <a:xfrm rot="2700000" flipH="1">
            <a:off x="-64194" y="7576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2" name="Google Shape;3122;p24"/>
          <p:cNvSpPr/>
          <p:nvPr/>
        </p:nvSpPr>
        <p:spPr>
          <a:xfrm rot="2700000">
            <a:off x="3532606" y="35309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3" name="Google Shape;3123;p24"/>
          <p:cNvSpPr/>
          <p:nvPr/>
        </p:nvSpPr>
        <p:spPr>
          <a:xfrm>
            <a:off x="2781750" y="42149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4" name="Google Shape;3124;p24"/>
          <p:cNvSpPr/>
          <p:nvPr/>
        </p:nvSpPr>
        <p:spPr>
          <a:xfrm rot="2219">
            <a:off x="3399325" y="428400"/>
            <a:ext cx="18594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3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28"/>
          <p:cNvSpPr txBox="1">
            <a:spLocks noGrp="1"/>
          </p:cNvSpPr>
          <p:nvPr>
            <p:ph type="ctrTitle"/>
          </p:nvPr>
        </p:nvSpPr>
        <p:spPr>
          <a:xfrm>
            <a:off x="259828" y="2374297"/>
            <a:ext cx="8420876" cy="13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 сервис по ремонту техники </a:t>
            </a:r>
            <a:r>
              <a:rPr lang="en-US" dirty="0" err="1"/>
              <a:t>TechCare</a:t>
            </a:r>
            <a:endParaRPr dirty="0"/>
          </a:p>
        </p:txBody>
      </p:sp>
      <p:sp>
        <p:nvSpPr>
          <p:cNvPr id="3136" name="Google Shape;3136;p28"/>
          <p:cNvSpPr txBox="1">
            <a:spLocks noGrp="1"/>
          </p:cNvSpPr>
          <p:nvPr>
            <p:ph type="subTitle" idx="1"/>
          </p:nvPr>
        </p:nvSpPr>
        <p:spPr>
          <a:xfrm>
            <a:off x="2804160" y="3682597"/>
            <a:ext cx="3390406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Подготовили студенты ПИН-37 Джалилова Ксения, Убоженко Матвей, Семенов Андрей.</a:t>
            </a:r>
            <a:endParaRPr dirty="0"/>
          </a:p>
        </p:txBody>
      </p:sp>
      <p:sp>
        <p:nvSpPr>
          <p:cNvPr id="3137" name="Google Shape;3137;p28"/>
          <p:cNvSpPr/>
          <p:nvPr/>
        </p:nvSpPr>
        <p:spPr>
          <a:xfrm rot="2700000">
            <a:off x="2213031" y="-33606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28"/>
          <p:cNvSpPr/>
          <p:nvPr/>
        </p:nvSpPr>
        <p:spPr>
          <a:xfrm>
            <a:off x="1338675" y="6504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9" name="Google Shape;3139;p28"/>
          <p:cNvSpPr/>
          <p:nvPr/>
        </p:nvSpPr>
        <p:spPr>
          <a:xfrm rot="409828">
            <a:off x="429472" y="3609452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28"/>
          <p:cNvSpPr/>
          <p:nvPr/>
        </p:nvSpPr>
        <p:spPr>
          <a:xfrm>
            <a:off x="4247325" y="700975"/>
            <a:ext cx="16509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141" name="Google Shape;3141;p28"/>
          <p:cNvGrpSpPr/>
          <p:nvPr/>
        </p:nvGrpSpPr>
        <p:grpSpPr>
          <a:xfrm flipH="1">
            <a:off x="5706236" y="-1099158"/>
            <a:ext cx="4552378" cy="4582857"/>
            <a:chOff x="3819525" y="1138237"/>
            <a:chExt cx="4552378" cy="4582857"/>
          </a:xfrm>
        </p:grpSpPr>
        <p:grpSp>
          <p:nvGrpSpPr>
            <p:cNvPr id="3142" name="Google Shape;3142;p28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3143" name="Google Shape;3143;p28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4" name="Google Shape;3144;p28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5" name="Google Shape;3145;p28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6" name="Google Shape;3146;p28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7" name="Google Shape;3147;p28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8" name="Google Shape;3148;p28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9" name="Google Shape;3149;p28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0" name="Google Shape;3150;p28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1" name="Google Shape;3151;p28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2" name="Google Shape;3152;p28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3" name="Google Shape;3153;p28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4" name="Google Shape;3154;p28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5" name="Google Shape;3155;p28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6" name="Google Shape;3156;p28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7" name="Google Shape;3157;p28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8" name="Google Shape;3158;p28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9" name="Google Shape;3159;p28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0" name="Google Shape;3160;p28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1" name="Google Shape;3161;p28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2" name="Google Shape;3162;p28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3" name="Google Shape;3163;p28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4" name="Google Shape;3164;p28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5" name="Google Shape;3165;p28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6" name="Google Shape;3166;p28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7" name="Google Shape;3167;p28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8" name="Google Shape;3168;p28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9" name="Google Shape;3169;p28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0" name="Google Shape;3170;p28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28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28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3" name="Google Shape;3173;p28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4" name="Google Shape;3174;p28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28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6" name="Google Shape;3176;p28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7" name="Google Shape;3177;p28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8" name="Google Shape;3178;p28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9" name="Google Shape;3179;p28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0" name="Google Shape;3180;p28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28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28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28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4" name="Google Shape;3184;p28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5" name="Google Shape;3185;p28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6" name="Google Shape;3186;p28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7" name="Google Shape;3187;p28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8" name="Google Shape;3188;p28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28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28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28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28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3" name="Google Shape;3193;p28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4" name="Google Shape;3194;p28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5" name="Google Shape;3195;p28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6" name="Google Shape;3196;p28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28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28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9" name="Google Shape;3199;p28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0" name="Google Shape;3200;p28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3201" name="Google Shape;3201;p28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2" name="Google Shape;3202;p28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3" name="Google Shape;3203;p28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28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28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28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7" name="Google Shape;3207;p28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8" name="Google Shape;3208;p28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9" name="Google Shape;3209;p28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0" name="Google Shape;3210;p28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1" name="Google Shape;3211;p28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2" name="Google Shape;3212;p28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3" name="Google Shape;3213;p28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28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5" name="Google Shape;3215;p28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6" name="Google Shape;3216;p28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7" name="Google Shape;3217;p28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8" name="Google Shape;3218;p28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9" name="Google Shape;3219;p28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28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28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28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3" name="Google Shape;3223;p28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4" name="Google Shape;3224;p28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5" name="Google Shape;3225;p28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6" name="Google Shape;3226;p28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7" name="Google Shape;3227;p28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28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9" name="Google Shape;3229;p28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28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1" name="Google Shape;3231;p28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2" name="Google Shape;3232;p28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28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4" name="Google Shape;3234;p28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5" name="Google Shape;3235;p28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28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28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28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28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0" name="Google Shape;3240;p28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28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28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3" name="Google Shape;3243;p28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28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28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6" name="Google Shape;3246;p28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7" name="Google Shape;3247;p28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28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9" name="Google Shape;3249;p28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0" name="Google Shape;3250;p28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28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28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28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28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5" name="Google Shape;3255;p28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6" name="Google Shape;3256;p28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3257" name="Google Shape;3257;p28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28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9" name="Google Shape;3259;p28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28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28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28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3" name="Google Shape;3263;p28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4" name="Google Shape;3264;p28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3265;p28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6" name="Google Shape;3266;p28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28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28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9" name="Google Shape;3269;p28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0" name="Google Shape;3270;p28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1" name="Google Shape;3271;p28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28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28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28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5" name="Google Shape;3275;p28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6" name="Google Shape;3276;p28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7" name="Google Shape;3277;p28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28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28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0" name="Google Shape;3280;p28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1" name="Google Shape;3281;p28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2" name="Google Shape;3282;p28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3" name="Google Shape;3283;p28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4" name="Google Shape;3284;p28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5" name="Google Shape;3285;p28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6" name="Google Shape;3286;p28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28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28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28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28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28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28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28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28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28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28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28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28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28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28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28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2" name="Google Shape;3302;p28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3" name="Google Shape;3303;p28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4" name="Google Shape;3304;p28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5" name="Google Shape;3305;p28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6" name="Google Shape;3306;p28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7" name="Google Shape;3307;p28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8" name="Google Shape;3308;p28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9" name="Google Shape;3309;p28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0" name="Google Shape;3310;p28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3311" name="Google Shape;3311;p28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28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28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28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28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28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28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28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9" name="Google Shape;3319;p28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0" name="Google Shape;3320;p28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1" name="Google Shape;3321;p28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28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28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28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28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28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7" name="Google Shape;3327;p28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28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9" name="Google Shape;3329;p28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0" name="Google Shape;3330;p28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28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2" name="Google Shape;3332;p28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3" name="Google Shape;3333;p28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28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5" name="Google Shape;3335;p28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6" name="Google Shape;3336;p28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7" name="Google Shape;3337;p28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8" name="Google Shape;3338;p28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9" name="Google Shape;3339;p28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28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1" name="Google Shape;3341;p28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2" name="Google Shape;3342;p28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28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4" name="Google Shape;3344;p28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5" name="Google Shape;3345;p28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28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28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28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9" name="Google Shape;3349;p28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0" name="Google Shape;3350;p28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1" name="Google Shape;3351;p28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2" name="Google Shape;3352;p28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3" name="Google Shape;3353;p28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4" name="Google Shape;3354;p28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5" name="Google Shape;3355;p28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6" name="Google Shape;3356;p28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7" name="Google Shape;3357;p28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8" name="Google Shape;3358;p28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9" name="Google Shape;3359;p28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0" name="Google Shape;3360;p28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28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2" name="Google Shape;3362;p28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3363" name="Google Shape;3363;p28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4" name="Google Shape;3364;p28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5" name="Google Shape;3365;p28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6" name="Google Shape;3366;p28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7" name="Google Shape;3367;p28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8" name="Google Shape;3368;p28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9" name="Google Shape;3369;p28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0" name="Google Shape;3370;p28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1" name="Google Shape;3371;p28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2" name="Google Shape;3372;p28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3" name="Google Shape;3373;p28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4" name="Google Shape;3374;p28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5" name="Google Shape;3375;p28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6" name="Google Shape;3376;p28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7" name="Google Shape;3377;p28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8" name="Google Shape;3378;p28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28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28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28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28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28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4" name="Google Shape;3384;p28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5" name="Google Shape;3385;p28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6" name="Google Shape;3386;p28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7" name="Google Shape;3387;p28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8" name="Google Shape;3388;p28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9" name="Google Shape;3389;p28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0" name="Google Shape;3390;p28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1" name="Google Shape;3391;p28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2" name="Google Shape;3392;p28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3" name="Google Shape;3393;p28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4" name="Google Shape;3394;p28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5" name="Google Shape;3395;p28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6" name="Google Shape;3396;p28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28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28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9" name="Google Shape;3399;p28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0" name="Google Shape;3400;p28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1" name="Google Shape;3401;p28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2" name="Google Shape;3402;p28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3" name="Google Shape;3403;p28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4" name="Google Shape;3404;p28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5" name="Google Shape;3405;p28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6" name="Google Shape;3406;p28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7" name="Google Shape;3407;p28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8" name="Google Shape;3408;p28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9" name="Google Shape;3409;p28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0" name="Google Shape;3410;p28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1" name="Google Shape;3411;p28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2" name="Google Shape;3412;p28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3413" name="Google Shape;3413;p28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4" name="Google Shape;3414;p28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5" name="Google Shape;3415;p28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6" name="Google Shape;3416;p28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7" name="Google Shape;3417;p28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8" name="Google Shape;3418;p28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9" name="Google Shape;3419;p28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0" name="Google Shape;3420;p28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1" name="Google Shape;3421;p28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2" name="Google Shape;3422;p28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3" name="Google Shape;3423;p28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4" name="Google Shape;3424;p28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28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6" name="Google Shape;3426;p28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7" name="Google Shape;3427;p28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28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28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0" name="Google Shape;3430;p28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1" name="Google Shape;3431;p28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28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3" name="Google Shape;3433;p28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4" name="Google Shape;3434;p28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28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28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28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8" name="Google Shape;3438;p28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9" name="Google Shape;3439;p28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0" name="Google Shape;3440;p28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28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2" name="Google Shape;3442;p28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28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28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28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6" name="Google Shape;3446;p28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7" name="Google Shape;3447;p28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8" name="Google Shape;3448;p28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9" name="Google Shape;3449;p28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0" name="Google Shape;3450;p28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1" name="Google Shape;3451;p28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2" name="Google Shape;3452;p28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3" name="Google Shape;3453;p28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28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5" name="Google Shape;3455;p28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6" name="Google Shape;3456;p28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7" name="Google Shape;3457;p28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8" name="Google Shape;3458;p28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9" name="Google Shape;3459;p28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0" name="Google Shape;3460;p28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3461" name="Google Shape;3461;p28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2" name="Google Shape;3462;p28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3" name="Google Shape;3463;p28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4" name="Google Shape;3464;p28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5" name="Google Shape;3465;p28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6" name="Google Shape;3466;p28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7" name="Google Shape;3467;p28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8" name="Google Shape;3468;p28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9" name="Google Shape;3469;p28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0" name="Google Shape;3470;p28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1" name="Google Shape;3471;p28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2" name="Google Shape;3472;p28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3" name="Google Shape;3473;p28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4" name="Google Shape;3474;p28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5" name="Google Shape;3475;p28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6" name="Google Shape;3476;p28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7" name="Google Shape;3477;p28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8" name="Google Shape;3478;p28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9" name="Google Shape;3479;p28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0" name="Google Shape;3480;p28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1" name="Google Shape;3481;p28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2" name="Google Shape;3482;p28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3" name="Google Shape;3483;p28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4" name="Google Shape;3484;p28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5" name="Google Shape;3485;p28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6" name="Google Shape;3486;p28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7" name="Google Shape;3487;p28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8" name="Google Shape;3488;p28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9" name="Google Shape;3489;p28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0" name="Google Shape;3490;p28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1" name="Google Shape;3491;p28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2" name="Google Shape;3492;p28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3" name="Google Shape;3493;p28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4" name="Google Shape;3494;p28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5" name="Google Shape;3495;p28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6" name="Google Shape;3496;p28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7" name="Google Shape;3497;p28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8" name="Google Shape;3498;p28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9" name="Google Shape;3499;p28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0" name="Google Shape;3500;p28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1" name="Google Shape;3501;p28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2" name="Google Shape;3502;p28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3" name="Google Shape;3503;p28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4" name="Google Shape;3504;p28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5" name="Google Shape;3505;p28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6" name="Google Shape;3506;p28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3507" name="Google Shape;3507;p28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8" name="Google Shape;3508;p28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9" name="Google Shape;3509;p28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0" name="Google Shape;3510;p28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1" name="Google Shape;3511;p28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2" name="Google Shape;3512;p28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3" name="Google Shape;3513;p28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28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28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28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28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8" name="Google Shape;3518;p28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9" name="Google Shape;3519;p28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0" name="Google Shape;3520;p28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1" name="Google Shape;3521;p28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2" name="Google Shape;3522;p28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3" name="Google Shape;3523;p28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4" name="Google Shape;3524;p28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5" name="Google Shape;3525;p28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28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7" name="Google Shape;3527;p28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8" name="Google Shape;3528;p28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9" name="Google Shape;3529;p28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0" name="Google Shape;3530;p28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1" name="Google Shape;3531;p28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2" name="Google Shape;3532;p28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3" name="Google Shape;3533;p28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4" name="Google Shape;3534;p28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28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28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28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28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28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0" name="Google Shape;3540;p28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1" name="Google Shape;3541;p28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2" name="Google Shape;3542;p28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3" name="Google Shape;3543;p28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28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5" name="Google Shape;3545;p28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28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7" name="Google Shape;3547;p28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8" name="Google Shape;3548;p28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9" name="Google Shape;3549;p28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0" name="Google Shape;3550;p28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3551" name="Google Shape;3551;p28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2" name="Google Shape;3552;p28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3" name="Google Shape;3553;p28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4" name="Google Shape;3554;p28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5" name="Google Shape;3555;p28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6" name="Google Shape;3556;p28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7" name="Google Shape;3557;p28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8" name="Google Shape;3558;p28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9" name="Google Shape;3559;p28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0" name="Google Shape;3560;p28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1" name="Google Shape;3561;p28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2" name="Google Shape;3562;p28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3" name="Google Shape;3563;p28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4" name="Google Shape;3564;p28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5" name="Google Shape;3565;p28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6" name="Google Shape;3566;p28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7" name="Google Shape;3567;p28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8" name="Google Shape;3568;p28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9" name="Google Shape;3569;p28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0" name="Google Shape;3570;p28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1" name="Google Shape;3571;p28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2" name="Google Shape;3572;p28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3" name="Google Shape;3573;p28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4" name="Google Shape;3574;p28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5" name="Google Shape;3575;p28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6" name="Google Shape;3576;p28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7" name="Google Shape;3577;p28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8" name="Google Shape;3578;p28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9" name="Google Shape;3579;p28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0" name="Google Shape;3580;p28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1" name="Google Shape;3581;p28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2" name="Google Shape;3582;p28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3" name="Google Shape;3583;p28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4" name="Google Shape;3584;p28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5" name="Google Shape;3585;p28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6" name="Google Shape;3586;p28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7" name="Google Shape;3587;p28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8" name="Google Shape;3588;p28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9" name="Google Shape;3589;p28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0" name="Google Shape;3590;p28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1" name="Google Shape;3591;p28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2" name="Google Shape;3592;p28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3593" name="Google Shape;3593;p28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4" name="Google Shape;3594;p28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5" name="Google Shape;3595;p28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6" name="Google Shape;3596;p28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7" name="Google Shape;3597;p28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8" name="Google Shape;3598;p28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9" name="Google Shape;3599;p28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0" name="Google Shape;3600;p28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1" name="Google Shape;3601;p28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2" name="Google Shape;3602;p28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3" name="Google Shape;3603;p28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4" name="Google Shape;3604;p28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5" name="Google Shape;3605;p28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6" name="Google Shape;3606;p28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7" name="Google Shape;3607;p28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8" name="Google Shape;3608;p28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9" name="Google Shape;3609;p28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0" name="Google Shape;3610;p28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1" name="Google Shape;3611;p28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2" name="Google Shape;3612;p28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3" name="Google Shape;3613;p28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4" name="Google Shape;3614;p28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5" name="Google Shape;3615;p28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6" name="Google Shape;3616;p28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7" name="Google Shape;3617;p28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8" name="Google Shape;3618;p28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9" name="Google Shape;3619;p28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0" name="Google Shape;3620;p28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1" name="Google Shape;3621;p28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2" name="Google Shape;3622;p28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3" name="Google Shape;3623;p28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4" name="Google Shape;3624;p28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5" name="Google Shape;3625;p28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6" name="Google Shape;3626;p28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7" name="Google Shape;3627;p28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8" name="Google Shape;3628;p28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9" name="Google Shape;3629;p28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0" name="Google Shape;3630;p28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1" name="Google Shape;3631;p28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8" name="Google Shape;4138;p30"/>
          <p:cNvSpPr txBox="1">
            <a:spLocks noGrp="1"/>
          </p:cNvSpPr>
          <p:nvPr>
            <p:ph type="title"/>
          </p:nvPr>
        </p:nvSpPr>
        <p:spPr>
          <a:xfrm>
            <a:off x="713100" y="34772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Цель и задачи:</a:t>
            </a:r>
            <a:endParaRPr sz="2800" dirty="0"/>
          </a:p>
        </p:txBody>
      </p:sp>
      <p:sp>
        <p:nvSpPr>
          <p:cNvPr id="4139" name="Google Shape;4139;p30"/>
          <p:cNvSpPr txBox="1">
            <a:spLocks noGrp="1"/>
          </p:cNvSpPr>
          <p:nvPr>
            <p:ph type="title" idx="2"/>
          </p:nvPr>
        </p:nvSpPr>
        <p:spPr>
          <a:xfrm>
            <a:off x="1463661" y="107389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01</a:t>
            </a:r>
            <a:endParaRPr sz="1600"/>
          </a:p>
        </p:txBody>
      </p:sp>
      <p:sp>
        <p:nvSpPr>
          <p:cNvPr id="4140" name="Google Shape;4140;p30"/>
          <p:cNvSpPr txBox="1">
            <a:spLocks noGrp="1"/>
          </p:cNvSpPr>
          <p:nvPr>
            <p:ph type="title" idx="3"/>
          </p:nvPr>
        </p:nvSpPr>
        <p:spPr>
          <a:xfrm>
            <a:off x="1456886" y="276489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04</a:t>
            </a:r>
            <a:endParaRPr sz="1600"/>
          </a:p>
        </p:txBody>
      </p:sp>
      <p:sp>
        <p:nvSpPr>
          <p:cNvPr id="4141" name="Google Shape;4141;p30"/>
          <p:cNvSpPr txBox="1">
            <a:spLocks noGrp="1"/>
          </p:cNvSpPr>
          <p:nvPr>
            <p:ph type="title" idx="4"/>
          </p:nvPr>
        </p:nvSpPr>
        <p:spPr>
          <a:xfrm>
            <a:off x="1463661" y="163756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02</a:t>
            </a:r>
            <a:endParaRPr sz="1600"/>
          </a:p>
        </p:txBody>
      </p:sp>
      <p:sp>
        <p:nvSpPr>
          <p:cNvPr id="4142" name="Google Shape;4142;p30"/>
          <p:cNvSpPr txBox="1">
            <a:spLocks noGrp="1"/>
          </p:cNvSpPr>
          <p:nvPr>
            <p:ph type="title" idx="5"/>
          </p:nvPr>
        </p:nvSpPr>
        <p:spPr>
          <a:xfrm>
            <a:off x="1463661" y="332857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05</a:t>
            </a:r>
            <a:endParaRPr sz="1600"/>
          </a:p>
        </p:txBody>
      </p:sp>
      <p:sp>
        <p:nvSpPr>
          <p:cNvPr id="4143" name="Google Shape;4143;p30"/>
          <p:cNvSpPr txBox="1">
            <a:spLocks noGrp="1"/>
          </p:cNvSpPr>
          <p:nvPr>
            <p:ph type="title" idx="6"/>
          </p:nvPr>
        </p:nvSpPr>
        <p:spPr>
          <a:xfrm>
            <a:off x="1463661" y="220124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03</a:t>
            </a:r>
            <a:endParaRPr sz="1600"/>
          </a:p>
        </p:txBody>
      </p:sp>
      <p:sp>
        <p:nvSpPr>
          <p:cNvPr id="4144" name="Google Shape;4144;p30"/>
          <p:cNvSpPr txBox="1">
            <a:spLocks noGrp="1"/>
          </p:cNvSpPr>
          <p:nvPr>
            <p:ph type="title" idx="7"/>
          </p:nvPr>
        </p:nvSpPr>
        <p:spPr>
          <a:xfrm>
            <a:off x="1463661" y="389224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06</a:t>
            </a:r>
            <a:endParaRPr sz="1600"/>
          </a:p>
        </p:txBody>
      </p:sp>
      <p:sp>
        <p:nvSpPr>
          <p:cNvPr id="4146" name="Google Shape;4146;p30"/>
          <p:cNvSpPr txBox="1">
            <a:spLocks noGrp="1"/>
          </p:cNvSpPr>
          <p:nvPr>
            <p:ph type="subTitle" idx="8"/>
          </p:nvPr>
        </p:nvSpPr>
        <p:spPr>
          <a:xfrm>
            <a:off x="2191586" y="1106263"/>
            <a:ext cx="583075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600" dirty="0"/>
              <a:t>Проектирование системы с использованием </a:t>
            </a:r>
            <a:r>
              <a:rPr lang="en-US" sz="1600" dirty="0"/>
              <a:t>UML-</a:t>
            </a:r>
            <a:r>
              <a:rPr lang="ru-RU" sz="1600" dirty="0"/>
              <a:t>диаграмм</a:t>
            </a:r>
            <a:endParaRPr sz="1600" dirty="0"/>
          </a:p>
        </p:txBody>
      </p:sp>
      <p:sp>
        <p:nvSpPr>
          <p:cNvPr id="4147" name="Google Shape;4147;p30"/>
          <p:cNvSpPr txBox="1">
            <a:spLocks noGrp="1"/>
          </p:cNvSpPr>
          <p:nvPr>
            <p:ph type="subTitle" idx="9"/>
          </p:nvPr>
        </p:nvSpPr>
        <p:spPr>
          <a:xfrm>
            <a:off x="2198361" y="2209206"/>
            <a:ext cx="5262336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600" dirty="0"/>
              <a:t>Выбор технологического стека</a:t>
            </a:r>
            <a:endParaRPr sz="1600" dirty="0"/>
          </a:p>
        </p:txBody>
      </p:sp>
      <p:sp>
        <p:nvSpPr>
          <p:cNvPr id="4148" name="Google Shape;4148;p30"/>
          <p:cNvSpPr txBox="1">
            <a:spLocks noGrp="1"/>
          </p:cNvSpPr>
          <p:nvPr>
            <p:ph type="subTitle" idx="13"/>
          </p:nvPr>
        </p:nvSpPr>
        <p:spPr>
          <a:xfrm>
            <a:off x="2191586" y="2775021"/>
            <a:ext cx="436121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600" dirty="0"/>
              <a:t>Реализация веб-приложения</a:t>
            </a:r>
            <a:endParaRPr sz="1600" dirty="0"/>
          </a:p>
        </p:txBody>
      </p:sp>
      <p:sp>
        <p:nvSpPr>
          <p:cNvPr id="4149" name="Google Shape;4149;p30"/>
          <p:cNvSpPr txBox="1">
            <a:spLocks noGrp="1"/>
          </p:cNvSpPr>
          <p:nvPr>
            <p:ph type="subTitle" idx="14"/>
          </p:nvPr>
        </p:nvSpPr>
        <p:spPr>
          <a:xfrm>
            <a:off x="2198361" y="3328573"/>
            <a:ext cx="3716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Проведение тестирования</a:t>
            </a:r>
            <a:endParaRPr sz="1600" dirty="0"/>
          </a:p>
        </p:txBody>
      </p:sp>
      <p:sp>
        <p:nvSpPr>
          <p:cNvPr id="4150" name="Google Shape;4150;p30"/>
          <p:cNvSpPr txBox="1">
            <a:spLocks noGrp="1"/>
          </p:cNvSpPr>
          <p:nvPr>
            <p:ph type="subTitle" idx="15"/>
          </p:nvPr>
        </p:nvSpPr>
        <p:spPr>
          <a:xfrm>
            <a:off x="2078153" y="3892248"/>
            <a:ext cx="4527638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indent="0"/>
            <a:r>
              <a:rPr lang="ru-RU" sz="1600" dirty="0"/>
              <a:t>Расчет стоимости разработки</a:t>
            </a:r>
          </a:p>
        </p:txBody>
      </p:sp>
      <p:sp>
        <p:nvSpPr>
          <p:cNvPr id="4151" name="Google Shape;4151;p30"/>
          <p:cNvSpPr/>
          <p:nvPr/>
        </p:nvSpPr>
        <p:spPr>
          <a:xfrm rot="-2255629">
            <a:off x="-1133079" y="2824874"/>
            <a:ext cx="3046200" cy="3029967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2" name="Google Shape;4152;p30"/>
          <p:cNvSpPr/>
          <p:nvPr/>
        </p:nvSpPr>
        <p:spPr>
          <a:xfrm rot="2700000" flipH="1">
            <a:off x="6935656" y="17000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4147;p30">
            <a:extLst>
              <a:ext uri="{FF2B5EF4-FFF2-40B4-BE49-F238E27FC236}">
                <a16:creationId xmlns:a16="http://schemas.microsoft.com/office/drawing/2014/main" id="{2D717724-4A51-9815-1233-BA3147066E96}"/>
              </a:ext>
            </a:extLst>
          </p:cNvPr>
          <p:cNvSpPr txBox="1">
            <a:spLocks/>
          </p:cNvSpPr>
          <p:nvPr/>
        </p:nvSpPr>
        <p:spPr>
          <a:xfrm>
            <a:off x="2191586" y="1636501"/>
            <a:ext cx="3716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ru-RU" sz="1600" dirty="0"/>
              <a:t>Анализ предметной области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2" name="Google Shape;4652;p31"/>
          <p:cNvSpPr/>
          <p:nvPr/>
        </p:nvSpPr>
        <p:spPr>
          <a:xfrm rot="-4983273">
            <a:off x="2708944" y="-2137742"/>
            <a:ext cx="3046319" cy="3030085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7" name="Google Shape;4157;p31"/>
          <p:cNvGrpSpPr/>
          <p:nvPr/>
        </p:nvGrpSpPr>
        <p:grpSpPr>
          <a:xfrm rot="10800000">
            <a:off x="4572011" y="1152442"/>
            <a:ext cx="4552378" cy="4582857"/>
            <a:chOff x="3819525" y="1138237"/>
            <a:chExt cx="4552378" cy="4582857"/>
          </a:xfrm>
        </p:grpSpPr>
        <p:grpSp>
          <p:nvGrpSpPr>
            <p:cNvPr id="4158" name="Google Shape;4158;p31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4159" name="Google Shape;4159;p31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0" name="Google Shape;4160;p31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1" name="Google Shape;4161;p31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2" name="Google Shape;4162;p31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3" name="Google Shape;4163;p31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4" name="Google Shape;4164;p31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31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6" name="Google Shape;4166;p31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7" name="Google Shape;4167;p31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8" name="Google Shape;4168;p31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9" name="Google Shape;4169;p31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0" name="Google Shape;4170;p31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1" name="Google Shape;4171;p31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2" name="Google Shape;4172;p31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3" name="Google Shape;4173;p31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4" name="Google Shape;4174;p31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5" name="Google Shape;4175;p31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6" name="Google Shape;4176;p31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7" name="Google Shape;4177;p31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8" name="Google Shape;4178;p31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9" name="Google Shape;4179;p31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0" name="Google Shape;4180;p31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1" name="Google Shape;4181;p31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2" name="Google Shape;4182;p31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3" name="Google Shape;4183;p31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4" name="Google Shape;4184;p31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5" name="Google Shape;4185;p31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6" name="Google Shape;4186;p31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7" name="Google Shape;4187;p31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8" name="Google Shape;4188;p31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9" name="Google Shape;4189;p31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0" name="Google Shape;4190;p31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1" name="Google Shape;4191;p31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2" name="Google Shape;4192;p31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3" name="Google Shape;4193;p31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4" name="Google Shape;4194;p31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5" name="Google Shape;4195;p31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6" name="Google Shape;4196;p31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7" name="Google Shape;4197;p31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8" name="Google Shape;4198;p31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9" name="Google Shape;4199;p31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31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1" name="Google Shape;4201;p31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31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31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4" name="Google Shape;4204;p31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5" name="Google Shape;4205;p31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6" name="Google Shape;4206;p31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7" name="Google Shape;4207;p31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8" name="Google Shape;4208;p31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9" name="Google Shape;4209;p31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0" name="Google Shape;4210;p31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1" name="Google Shape;4211;p31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2" name="Google Shape;4212;p31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3" name="Google Shape;4213;p31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31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31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6" name="Google Shape;4216;p31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4217" name="Google Shape;4217;p31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8" name="Google Shape;4218;p31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9" name="Google Shape;4219;p31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0" name="Google Shape;4220;p31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1" name="Google Shape;4221;p31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2" name="Google Shape;4222;p31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3" name="Google Shape;4223;p31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4" name="Google Shape;4224;p31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5" name="Google Shape;4225;p31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6" name="Google Shape;4226;p31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31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8" name="Google Shape;4228;p31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9" name="Google Shape;4229;p31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0" name="Google Shape;4230;p31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1" name="Google Shape;4231;p31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2" name="Google Shape;4232;p31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3" name="Google Shape;4233;p31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4" name="Google Shape;4234;p31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5" name="Google Shape;4235;p31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6" name="Google Shape;4236;p31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7" name="Google Shape;4237;p31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8" name="Google Shape;4238;p31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9" name="Google Shape;4239;p31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0" name="Google Shape;4240;p31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1" name="Google Shape;4241;p31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2" name="Google Shape;4242;p31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3" name="Google Shape;4243;p31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4" name="Google Shape;4244;p31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5" name="Google Shape;4245;p31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6" name="Google Shape;4246;p31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7" name="Google Shape;4247;p31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8" name="Google Shape;4248;p31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9" name="Google Shape;4249;p31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0" name="Google Shape;4250;p31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1" name="Google Shape;4251;p31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2" name="Google Shape;4252;p31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3" name="Google Shape;4253;p31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4" name="Google Shape;4254;p31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5" name="Google Shape;4255;p31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6" name="Google Shape;4256;p31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31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8" name="Google Shape;4258;p31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9" name="Google Shape;4259;p31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0" name="Google Shape;4260;p31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1" name="Google Shape;4261;p31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2" name="Google Shape;4262;p31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3" name="Google Shape;4263;p31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4" name="Google Shape;4264;p31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5" name="Google Shape;4265;p31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6" name="Google Shape;4266;p31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7" name="Google Shape;4267;p31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8" name="Google Shape;4268;p31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9" name="Google Shape;4269;p31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0" name="Google Shape;4270;p31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1" name="Google Shape;4271;p31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2" name="Google Shape;4272;p31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4273" name="Google Shape;4273;p31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4" name="Google Shape;4274;p31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5" name="Google Shape;4275;p31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6" name="Google Shape;4276;p31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7" name="Google Shape;4277;p31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8" name="Google Shape;4278;p31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9" name="Google Shape;4279;p31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0" name="Google Shape;4280;p31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1" name="Google Shape;4281;p31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2" name="Google Shape;4282;p31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3" name="Google Shape;4283;p31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4" name="Google Shape;4284;p31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5" name="Google Shape;4285;p31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6" name="Google Shape;4286;p31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7" name="Google Shape;4287;p31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8" name="Google Shape;4288;p31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9" name="Google Shape;4289;p31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0" name="Google Shape;4290;p31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1" name="Google Shape;4291;p31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2" name="Google Shape;4292;p31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3" name="Google Shape;4293;p31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4" name="Google Shape;4294;p31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5" name="Google Shape;4295;p31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6" name="Google Shape;4296;p31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7" name="Google Shape;4297;p31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8" name="Google Shape;4298;p31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9" name="Google Shape;4299;p31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31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1" name="Google Shape;4301;p31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2" name="Google Shape;4302;p31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3" name="Google Shape;4303;p31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4" name="Google Shape;4304;p31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5" name="Google Shape;4305;p31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6" name="Google Shape;4306;p31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7" name="Google Shape;4307;p31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8" name="Google Shape;4308;p31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9" name="Google Shape;4309;p31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0" name="Google Shape;4310;p31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1" name="Google Shape;4311;p31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2" name="Google Shape;4312;p31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3" name="Google Shape;4313;p31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4" name="Google Shape;4314;p31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5" name="Google Shape;4315;p31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6" name="Google Shape;4316;p31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7" name="Google Shape;4317;p31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8" name="Google Shape;4318;p31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9" name="Google Shape;4319;p31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0" name="Google Shape;4320;p31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1" name="Google Shape;4321;p31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2" name="Google Shape;4322;p31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3" name="Google Shape;4323;p31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31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5" name="Google Shape;4325;p31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26" name="Google Shape;4326;p31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4327" name="Google Shape;4327;p31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8" name="Google Shape;4328;p31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9" name="Google Shape;4329;p31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0" name="Google Shape;4330;p31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1" name="Google Shape;4331;p31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2" name="Google Shape;4332;p31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3" name="Google Shape;4333;p31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4" name="Google Shape;4334;p31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5" name="Google Shape;4335;p31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6" name="Google Shape;4336;p31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7" name="Google Shape;4337;p31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8" name="Google Shape;4338;p31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9" name="Google Shape;4339;p31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0" name="Google Shape;4340;p31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1" name="Google Shape;4341;p31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2" name="Google Shape;4342;p31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3" name="Google Shape;4343;p31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4" name="Google Shape;4344;p31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31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6" name="Google Shape;4346;p31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7" name="Google Shape;4347;p31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8" name="Google Shape;4348;p31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9" name="Google Shape;4349;p31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0" name="Google Shape;4350;p31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1" name="Google Shape;4351;p31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2" name="Google Shape;4352;p31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3" name="Google Shape;4353;p31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31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5" name="Google Shape;4355;p31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6" name="Google Shape;4356;p31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7" name="Google Shape;4357;p31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8" name="Google Shape;4358;p31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9" name="Google Shape;4359;p31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0" name="Google Shape;4360;p31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1" name="Google Shape;4361;p31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2" name="Google Shape;4362;p31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3" name="Google Shape;4363;p31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4" name="Google Shape;4364;p31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5" name="Google Shape;4365;p31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6" name="Google Shape;4366;p31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7" name="Google Shape;4367;p31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8" name="Google Shape;4368;p31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9" name="Google Shape;4369;p31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0" name="Google Shape;4370;p31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1" name="Google Shape;4371;p31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2" name="Google Shape;4372;p31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3" name="Google Shape;4373;p31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4" name="Google Shape;4374;p31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5" name="Google Shape;4375;p31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6" name="Google Shape;4376;p31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7" name="Google Shape;4377;p31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8" name="Google Shape;4378;p31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4379" name="Google Shape;4379;p31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31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1" name="Google Shape;4381;p31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2" name="Google Shape;4382;p31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3" name="Google Shape;4383;p31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4" name="Google Shape;4384;p31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5" name="Google Shape;4385;p31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6" name="Google Shape;4386;p31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7" name="Google Shape;4387;p31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8" name="Google Shape;4388;p31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9" name="Google Shape;4389;p31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0" name="Google Shape;4390;p31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1" name="Google Shape;4391;p31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2" name="Google Shape;4392;p31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3" name="Google Shape;4393;p31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4" name="Google Shape;4394;p31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5" name="Google Shape;4395;p31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6" name="Google Shape;4396;p31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7" name="Google Shape;4397;p31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8" name="Google Shape;4398;p31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9" name="Google Shape;4399;p31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0" name="Google Shape;4400;p31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1" name="Google Shape;4401;p31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2" name="Google Shape;4402;p31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3" name="Google Shape;4403;p31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4" name="Google Shape;4404;p31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5" name="Google Shape;4405;p31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6" name="Google Shape;4406;p31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7" name="Google Shape;4407;p31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8" name="Google Shape;4408;p31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9" name="Google Shape;4409;p31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0" name="Google Shape;4410;p31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1" name="Google Shape;4411;p31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31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3" name="Google Shape;4413;p31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4" name="Google Shape;4414;p31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5" name="Google Shape;4415;p31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6" name="Google Shape;4416;p31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7" name="Google Shape;4417;p31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8" name="Google Shape;4418;p31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9" name="Google Shape;4419;p31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0" name="Google Shape;4420;p31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1" name="Google Shape;4421;p31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2" name="Google Shape;4422;p31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3" name="Google Shape;4423;p31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4" name="Google Shape;4424;p31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5" name="Google Shape;4425;p31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6" name="Google Shape;4426;p31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31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8" name="Google Shape;4428;p31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4429" name="Google Shape;4429;p31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0" name="Google Shape;4430;p31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1" name="Google Shape;4431;p31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2" name="Google Shape;4432;p31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3" name="Google Shape;4433;p31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4" name="Google Shape;4434;p31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5" name="Google Shape;4435;p31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6" name="Google Shape;4436;p31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7" name="Google Shape;4437;p31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8" name="Google Shape;4438;p31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9" name="Google Shape;4439;p31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0" name="Google Shape;4440;p31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1" name="Google Shape;4441;p31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2" name="Google Shape;4442;p31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3" name="Google Shape;4443;p31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4" name="Google Shape;4444;p31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5" name="Google Shape;4445;p31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6" name="Google Shape;4446;p31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31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8" name="Google Shape;4448;p31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9" name="Google Shape;4449;p31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0" name="Google Shape;4450;p31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1" name="Google Shape;4451;p31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2" name="Google Shape;4452;p31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3" name="Google Shape;4453;p31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4" name="Google Shape;4454;p31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5" name="Google Shape;4455;p31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6" name="Google Shape;4456;p31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7" name="Google Shape;4457;p31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8" name="Google Shape;4458;p31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9" name="Google Shape;4459;p31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0" name="Google Shape;4460;p31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1" name="Google Shape;4461;p31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2" name="Google Shape;4462;p31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3" name="Google Shape;4463;p31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4" name="Google Shape;4464;p31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5" name="Google Shape;4465;p31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6" name="Google Shape;4466;p31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7" name="Google Shape;4467;p31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8" name="Google Shape;4468;p31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9" name="Google Shape;4469;p31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0" name="Google Shape;4470;p31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1" name="Google Shape;4471;p31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2" name="Google Shape;4472;p31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3" name="Google Shape;4473;p31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4" name="Google Shape;4474;p31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5" name="Google Shape;4475;p31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6" name="Google Shape;4476;p31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4477" name="Google Shape;4477;p31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8" name="Google Shape;4478;p31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9" name="Google Shape;4479;p31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0" name="Google Shape;4480;p31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1" name="Google Shape;4481;p31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2" name="Google Shape;4482;p31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3" name="Google Shape;4483;p31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4" name="Google Shape;4484;p31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5" name="Google Shape;4485;p31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6" name="Google Shape;4486;p31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7" name="Google Shape;4487;p31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31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9" name="Google Shape;4489;p31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0" name="Google Shape;4490;p31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1" name="Google Shape;4491;p31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2" name="Google Shape;4492;p31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3" name="Google Shape;4493;p31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4" name="Google Shape;4494;p31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5" name="Google Shape;4495;p31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6" name="Google Shape;4496;p31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7" name="Google Shape;4497;p31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8" name="Google Shape;4498;p31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9" name="Google Shape;4499;p31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0" name="Google Shape;4500;p31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1" name="Google Shape;4501;p31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2" name="Google Shape;4502;p31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3" name="Google Shape;4503;p31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4" name="Google Shape;4504;p31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5" name="Google Shape;4505;p31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6" name="Google Shape;4506;p31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7" name="Google Shape;4507;p31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8" name="Google Shape;4508;p31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9" name="Google Shape;4509;p31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0" name="Google Shape;4510;p31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1" name="Google Shape;4511;p31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2" name="Google Shape;4512;p31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3" name="Google Shape;4513;p31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4" name="Google Shape;4514;p31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5" name="Google Shape;4515;p31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6" name="Google Shape;4516;p31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7" name="Google Shape;4517;p31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8" name="Google Shape;4518;p31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9" name="Google Shape;4519;p31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0" name="Google Shape;4520;p31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1" name="Google Shape;4521;p31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2" name="Google Shape;4522;p31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4523" name="Google Shape;4523;p31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4" name="Google Shape;4524;p31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5" name="Google Shape;4525;p31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6" name="Google Shape;4526;p31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7" name="Google Shape;4527;p31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8" name="Google Shape;4528;p31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9" name="Google Shape;4529;p31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0" name="Google Shape;4530;p31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1" name="Google Shape;4531;p31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2" name="Google Shape;4532;p31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3" name="Google Shape;4533;p31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4" name="Google Shape;4534;p31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5" name="Google Shape;4535;p31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6" name="Google Shape;4536;p31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7" name="Google Shape;4537;p31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8" name="Google Shape;4538;p31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9" name="Google Shape;4539;p31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0" name="Google Shape;4540;p31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1" name="Google Shape;4541;p31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2" name="Google Shape;4542;p31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3" name="Google Shape;4543;p31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4" name="Google Shape;4544;p31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5" name="Google Shape;4545;p31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6" name="Google Shape;4546;p31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7" name="Google Shape;4547;p31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8" name="Google Shape;4548;p31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9" name="Google Shape;4549;p31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0" name="Google Shape;4550;p31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1" name="Google Shape;4551;p31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2" name="Google Shape;4552;p31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3" name="Google Shape;4553;p31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4" name="Google Shape;4554;p31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5" name="Google Shape;4555;p31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6" name="Google Shape;4556;p31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7" name="Google Shape;4557;p31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8" name="Google Shape;4558;p31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9" name="Google Shape;4559;p31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0" name="Google Shape;4560;p31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1" name="Google Shape;4561;p31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2" name="Google Shape;4562;p31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3" name="Google Shape;4563;p31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4" name="Google Shape;4564;p31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5" name="Google Shape;4565;p31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66" name="Google Shape;4566;p31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4567" name="Google Shape;4567;p31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8" name="Google Shape;4568;p31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9" name="Google Shape;4569;p31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0" name="Google Shape;4570;p31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1" name="Google Shape;4571;p31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2" name="Google Shape;4572;p31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3" name="Google Shape;4573;p31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4" name="Google Shape;4574;p31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5" name="Google Shape;4575;p31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6" name="Google Shape;4576;p31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7" name="Google Shape;4577;p31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8" name="Google Shape;4578;p31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9" name="Google Shape;4579;p31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0" name="Google Shape;4580;p31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1" name="Google Shape;4581;p31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2" name="Google Shape;4582;p31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3" name="Google Shape;4583;p31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4" name="Google Shape;4584;p31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5" name="Google Shape;4585;p31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6" name="Google Shape;4586;p31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7" name="Google Shape;4587;p31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8" name="Google Shape;4588;p31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9" name="Google Shape;4589;p31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0" name="Google Shape;4590;p31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1" name="Google Shape;4591;p31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2" name="Google Shape;4592;p31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3" name="Google Shape;4593;p31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4" name="Google Shape;4594;p31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5" name="Google Shape;4595;p31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6" name="Google Shape;4596;p31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7" name="Google Shape;4597;p31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8" name="Google Shape;4598;p31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9" name="Google Shape;4599;p31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0" name="Google Shape;4600;p31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1" name="Google Shape;4601;p31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2" name="Google Shape;4602;p31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3" name="Google Shape;4603;p31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4" name="Google Shape;4604;p31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5" name="Google Shape;4605;p31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6" name="Google Shape;4606;p31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7" name="Google Shape;4607;p31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08" name="Google Shape;4608;p31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4609" name="Google Shape;4609;p31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0" name="Google Shape;4610;p31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1" name="Google Shape;4611;p31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2" name="Google Shape;4612;p31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3" name="Google Shape;4613;p31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4" name="Google Shape;4614;p31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5" name="Google Shape;4615;p31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6" name="Google Shape;4616;p31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7" name="Google Shape;4617;p31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8" name="Google Shape;4618;p31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9" name="Google Shape;4619;p31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0" name="Google Shape;4620;p31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1" name="Google Shape;4621;p31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2" name="Google Shape;4622;p31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3" name="Google Shape;4623;p31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4" name="Google Shape;4624;p31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5" name="Google Shape;4625;p31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6" name="Google Shape;4626;p31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7" name="Google Shape;4627;p31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8" name="Google Shape;4628;p31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9" name="Google Shape;4629;p31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0" name="Google Shape;4630;p31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1" name="Google Shape;4631;p31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2" name="Google Shape;4632;p31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3" name="Google Shape;4633;p31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4" name="Google Shape;4634;p31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5" name="Google Shape;4635;p31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6" name="Google Shape;4636;p31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7" name="Google Shape;4637;p31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8" name="Google Shape;4638;p31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9" name="Google Shape;4639;p31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0" name="Google Shape;4640;p31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1" name="Google Shape;4641;p31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2" name="Google Shape;4642;p31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3" name="Google Shape;4643;p31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4" name="Google Shape;4644;p31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5" name="Google Shape;4645;p31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6" name="Google Shape;4646;p31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7" name="Google Shape;4647;p31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48" name="Google Shape;4648;p31"/>
          <p:cNvSpPr/>
          <p:nvPr/>
        </p:nvSpPr>
        <p:spPr>
          <a:xfrm>
            <a:off x="5341425" y="359400"/>
            <a:ext cx="3167100" cy="4424700"/>
          </a:xfrm>
          <a:prstGeom prst="roundRect">
            <a:avLst>
              <a:gd name="adj" fmla="val 1367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9" name="Google Shape;4649;p31"/>
          <p:cNvSpPr txBox="1">
            <a:spLocks noGrp="1"/>
          </p:cNvSpPr>
          <p:nvPr>
            <p:ph type="title"/>
          </p:nvPr>
        </p:nvSpPr>
        <p:spPr>
          <a:xfrm>
            <a:off x="713225" y="539550"/>
            <a:ext cx="4628198" cy="13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dirty="0"/>
              <a:t>Анализ предметной области</a:t>
            </a:r>
          </a:p>
        </p:txBody>
      </p:sp>
      <p:sp>
        <p:nvSpPr>
          <p:cNvPr id="4650" name="Google Shape;4650;p31"/>
          <p:cNvSpPr txBox="1">
            <a:spLocks noGrp="1"/>
          </p:cNvSpPr>
          <p:nvPr>
            <p:ph type="subTitle" idx="1"/>
          </p:nvPr>
        </p:nvSpPr>
        <p:spPr>
          <a:xfrm>
            <a:off x="192576" y="1548600"/>
            <a:ext cx="4958797" cy="20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/>
            <a:r>
              <a:rPr lang="ru-RU" sz="1400" b="1" dirty="0">
                <a:latin typeface="Montserrat" panose="00000500000000000000" pitchFamily="2" charset="-52"/>
              </a:rPr>
              <a:t>Предметная область </a:t>
            </a:r>
            <a:r>
              <a:rPr lang="ru-RU" sz="1400" dirty="0">
                <a:latin typeface="Montserrat" panose="00000500000000000000" pitchFamily="2" charset="-52"/>
              </a:rPr>
              <a:t>— услуги по ремонту компьютерной техники.</a:t>
            </a:r>
          </a:p>
          <a:p>
            <a:pPr indent="0"/>
            <a:br>
              <a:rPr lang="ru-RU" sz="1400" b="1" dirty="0">
                <a:latin typeface="Montserrat" panose="00000500000000000000" pitchFamily="2" charset="-52"/>
              </a:rPr>
            </a:br>
            <a:r>
              <a:rPr lang="ru-RU" sz="1400" b="1" dirty="0">
                <a:latin typeface="Montserrat" panose="00000500000000000000" pitchFamily="2" charset="-52"/>
              </a:rPr>
              <a:t>Основные проблемы: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Montserrat" panose="00000500000000000000" pitchFamily="2" charset="-52"/>
              </a:rPr>
              <a:t>Ручное ведение заказов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Montserrat" panose="00000500000000000000" pitchFamily="2" charset="-52"/>
              </a:rPr>
              <a:t>Отсутствие прозрачности статуса ремонта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Montserrat" panose="00000500000000000000" pitchFamily="2" charset="-52"/>
              </a:rPr>
              <a:t>Сложность учета деталей и работ</a:t>
            </a:r>
          </a:p>
          <a:p>
            <a:pPr indent="0"/>
            <a:endParaRPr lang="ru-RU" sz="1400" dirty="0">
              <a:latin typeface="Montserrat" panose="00000500000000000000" pitchFamily="2" charset="-52"/>
            </a:endParaRPr>
          </a:p>
          <a:p>
            <a:pPr indent="0"/>
            <a:r>
              <a:rPr lang="ru-RU" sz="1400" b="1" dirty="0">
                <a:latin typeface="Montserrat" panose="00000500000000000000" pitchFamily="2" charset="-52"/>
              </a:rPr>
              <a:t>Решение</a:t>
            </a:r>
            <a:r>
              <a:rPr lang="ru-RU" sz="1400" dirty="0">
                <a:latin typeface="Montserrat" panose="00000500000000000000" pitchFamily="2" charset="-52"/>
              </a:rPr>
              <a:t> — внедрение информационной системы для пользователей, администраторов и мастеров.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651" name="Google Shape;4651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399" b="1399"/>
          <a:stretch/>
        </p:blipFill>
        <p:spPr>
          <a:xfrm flipH="1">
            <a:off x="5531474" y="539550"/>
            <a:ext cx="2787000" cy="4064400"/>
          </a:xfrm>
          <a:prstGeom prst="roundRect">
            <a:avLst>
              <a:gd name="adj" fmla="val 8669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9" name="Google Shape;5159;p33"/>
          <p:cNvSpPr txBox="1">
            <a:spLocks noGrp="1"/>
          </p:cNvSpPr>
          <p:nvPr>
            <p:ph type="subTitle" idx="1"/>
          </p:nvPr>
        </p:nvSpPr>
        <p:spPr>
          <a:xfrm>
            <a:off x="1696581" y="1356000"/>
            <a:ext cx="5811482" cy="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/>
              <a:t>В системе реализованы три роли:</a:t>
            </a:r>
          </a:p>
        </p:txBody>
      </p:sp>
      <p:sp>
        <p:nvSpPr>
          <p:cNvPr id="5160" name="Google Shape;5160;p33"/>
          <p:cNvSpPr txBox="1">
            <a:spLocks noGrp="1"/>
          </p:cNvSpPr>
          <p:nvPr>
            <p:ph type="subTitle" idx="2"/>
          </p:nvPr>
        </p:nvSpPr>
        <p:spPr>
          <a:xfrm>
            <a:off x="1462759" y="3831648"/>
            <a:ext cx="6279125" cy="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/>
              <a:t>Каждая роль имеет ограниченный набор прав и функций.</a:t>
            </a:r>
          </a:p>
        </p:txBody>
      </p:sp>
      <p:sp>
        <p:nvSpPr>
          <p:cNvPr id="5161" name="Google Shape;5161;p33"/>
          <p:cNvSpPr txBox="1">
            <a:spLocks noGrp="1"/>
          </p:cNvSpPr>
          <p:nvPr>
            <p:ph type="subTitle" idx="3"/>
          </p:nvPr>
        </p:nvSpPr>
        <p:spPr>
          <a:xfrm>
            <a:off x="2128749" y="2104800"/>
            <a:ext cx="5209599" cy="9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sz="1800" b="1" dirty="0">
                <a:latin typeface="Montserrat" panose="00000500000000000000" pitchFamily="2" charset="-52"/>
              </a:rPr>
              <a:t>Пользователь</a:t>
            </a:r>
            <a:r>
              <a:rPr lang="ru-RU" sz="1800" dirty="0">
                <a:latin typeface="Montserrat" panose="00000500000000000000" pitchFamily="2" charset="-52"/>
              </a:rPr>
              <a:t> — клиент сервиса</a:t>
            </a:r>
          </a:p>
          <a:p>
            <a:pPr algn="l"/>
            <a:r>
              <a:rPr lang="ru-RU" sz="1800" b="1" dirty="0">
                <a:latin typeface="Montserrat" panose="00000500000000000000" pitchFamily="2" charset="-52"/>
              </a:rPr>
              <a:t>Администратор</a:t>
            </a:r>
            <a:r>
              <a:rPr lang="ru-RU" sz="1800" dirty="0">
                <a:latin typeface="Montserrat" panose="00000500000000000000" pitchFamily="2" charset="-52"/>
              </a:rPr>
              <a:t> — управляет системой</a:t>
            </a:r>
          </a:p>
          <a:p>
            <a:pPr algn="l"/>
            <a:r>
              <a:rPr lang="ru-RU" sz="1800" b="1" dirty="0">
                <a:latin typeface="Montserrat" panose="00000500000000000000" pitchFamily="2" charset="-52"/>
              </a:rPr>
              <a:t>Мастер</a:t>
            </a:r>
            <a:r>
              <a:rPr lang="ru-RU" sz="1800" dirty="0">
                <a:latin typeface="Montserrat" panose="00000500000000000000" pitchFamily="2" charset="-52"/>
              </a:rPr>
              <a:t> — выполняет заказы</a:t>
            </a:r>
          </a:p>
        </p:txBody>
      </p:sp>
      <p:sp>
        <p:nvSpPr>
          <p:cNvPr id="5163" name="Google Shape;5163;p3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Роли в системе</a:t>
            </a:r>
            <a:endParaRPr dirty="0"/>
          </a:p>
        </p:txBody>
      </p:sp>
      <p:sp>
        <p:nvSpPr>
          <p:cNvPr id="5164" name="Google Shape;5164;p33"/>
          <p:cNvSpPr/>
          <p:nvPr/>
        </p:nvSpPr>
        <p:spPr>
          <a:xfrm rot="-2265440">
            <a:off x="-1450454" y="427836"/>
            <a:ext cx="3052921" cy="3036652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65" name="Google Shape;5165;p33"/>
          <p:cNvGrpSpPr/>
          <p:nvPr/>
        </p:nvGrpSpPr>
        <p:grpSpPr>
          <a:xfrm rot="-286675">
            <a:off x="6818452" y="2130797"/>
            <a:ext cx="4552720" cy="4583202"/>
            <a:chOff x="3819525" y="1138237"/>
            <a:chExt cx="4552378" cy="4582857"/>
          </a:xfrm>
        </p:grpSpPr>
        <p:grpSp>
          <p:nvGrpSpPr>
            <p:cNvPr id="5166" name="Google Shape;5166;p33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5167" name="Google Shape;5167;p33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8" name="Google Shape;5168;p33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9" name="Google Shape;5169;p33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0" name="Google Shape;5170;p33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1" name="Google Shape;5171;p33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2" name="Google Shape;5172;p33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3" name="Google Shape;5173;p33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4" name="Google Shape;5174;p33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5" name="Google Shape;5175;p33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6" name="Google Shape;5176;p33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7" name="Google Shape;5177;p33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8" name="Google Shape;5178;p33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9" name="Google Shape;5179;p33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0" name="Google Shape;5180;p33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1" name="Google Shape;5181;p33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2" name="Google Shape;5182;p33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3" name="Google Shape;5183;p33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4" name="Google Shape;5184;p33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5" name="Google Shape;5185;p33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6" name="Google Shape;5186;p33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7" name="Google Shape;5187;p33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8" name="Google Shape;5188;p33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9" name="Google Shape;5189;p33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0" name="Google Shape;5190;p33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1" name="Google Shape;5191;p33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2" name="Google Shape;5192;p33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3" name="Google Shape;5193;p33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4" name="Google Shape;5194;p33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5" name="Google Shape;5195;p33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6" name="Google Shape;5196;p33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7" name="Google Shape;5197;p33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8" name="Google Shape;5198;p33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9" name="Google Shape;5199;p33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0" name="Google Shape;5200;p33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1" name="Google Shape;5201;p33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2" name="Google Shape;5202;p33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3" name="Google Shape;5203;p33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4" name="Google Shape;5204;p33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5" name="Google Shape;5205;p33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6" name="Google Shape;5206;p33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7" name="Google Shape;5207;p33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8" name="Google Shape;5208;p33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9" name="Google Shape;5209;p33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0" name="Google Shape;5210;p33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1" name="Google Shape;5211;p33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2" name="Google Shape;5212;p33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3" name="Google Shape;5213;p33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4" name="Google Shape;5214;p33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5" name="Google Shape;5215;p33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6" name="Google Shape;5216;p33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7" name="Google Shape;5217;p33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8" name="Google Shape;5218;p33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9" name="Google Shape;5219;p33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0" name="Google Shape;5220;p33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1" name="Google Shape;5221;p33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2" name="Google Shape;5222;p33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3" name="Google Shape;5223;p33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24" name="Google Shape;5224;p33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5225" name="Google Shape;5225;p33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6" name="Google Shape;5226;p33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7" name="Google Shape;5227;p33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8" name="Google Shape;5228;p33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9" name="Google Shape;5229;p33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0" name="Google Shape;5230;p33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1" name="Google Shape;5231;p33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2" name="Google Shape;5232;p33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3" name="Google Shape;5233;p33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4" name="Google Shape;5234;p33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5" name="Google Shape;5235;p33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6" name="Google Shape;5236;p33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7" name="Google Shape;5237;p33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8" name="Google Shape;5238;p33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9" name="Google Shape;5239;p33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0" name="Google Shape;5240;p33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1" name="Google Shape;5241;p33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2" name="Google Shape;5242;p33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3" name="Google Shape;5243;p33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4" name="Google Shape;5244;p33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5" name="Google Shape;5245;p33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6" name="Google Shape;5246;p33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7" name="Google Shape;5247;p33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8" name="Google Shape;5248;p33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9" name="Google Shape;5249;p33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0" name="Google Shape;5250;p33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1" name="Google Shape;5251;p33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2" name="Google Shape;5252;p33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3" name="Google Shape;5253;p33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4" name="Google Shape;5254;p33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5" name="Google Shape;5255;p33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6" name="Google Shape;5256;p33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7" name="Google Shape;5257;p33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8" name="Google Shape;5258;p33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9" name="Google Shape;5259;p33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0" name="Google Shape;5260;p33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1" name="Google Shape;5261;p33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2" name="Google Shape;5262;p33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3" name="Google Shape;5263;p33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4" name="Google Shape;5264;p33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5" name="Google Shape;5265;p33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6" name="Google Shape;5266;p33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7" name="Google Shape;5267;p33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8" name="Google Shape;5268;p33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9" name="Google Shape;5269;p33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0" name="Google Shape;5270;p33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1" name="Google Shape;5271;p33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2" name="Google Shape;5272;p33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3" name="Google Shape;5273;p33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4" name="Google Shape;5274;p33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5" name="Google Shape;5275;p33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6" name="Google Shape;5276;p33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7" name="Google Shape;5277;p33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8" name="Google Shape;5278;p33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9" name="Google Shape;5279;p33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80" name="Google Shape;5280;p33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5281" name="Google Shape;5281;p33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2" name="Google Shape;5282;p33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3" name="Google Shape;5283;p33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4" name="Google Shape;5284;p33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5" name="Google Shape;5285;p33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6" name="Google Shape;5286;p33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7" name="Google Shape;5287;p33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8" name="Google Shape;5288;p33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9" name="Google Shape;5289;p33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0" name="Google Shape;5290;p33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1" name="Google Shape;5291;p33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2" name="Google Shape;5292;p33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3" name="Google Shape;5293;p33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4" name="Google Shape;5294;p33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5" name="Google Shape;5295;p33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6" name="Google Shape;5296;p33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7" name="Google Shape;5297;p33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8" name="Google Shape;5298;p33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9" name="Google Shape;5299;p33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0" name="Google Shape;5300;p33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1" name="Google Shape;5301;p33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2" name="Google Shape;5302;p33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3" name="Google Shape;5303;p33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4" name="Google Shape;5304;p33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5" name="Google Shape;5305;p33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6" name="Google Shape;5306;p33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7" name="Google Shape;5307;p33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8" name="Google Shape;5308;p33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9" name="Google Shape;5309;p33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0" name="Google Shape;5310;p33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1" name="Google Shape;5311;p33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2" name="Google Shape;5312;p33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3" name="Google Shape;5313;p33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4" name="Google Shape;5314;p33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5" name="Google Shape;5315;p33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6" name="Google Shape;5316;p33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7" name="Google Shape;5317;p33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8" name="Google Shape;5318;p33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9" name="Google Shape;5319;p33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0" name="Google Shape;5320;p33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1" name="Google Shape;5321;p33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2" name="Google Shape;5322;p33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3" name="Google Shape;5323;p33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4" name="Google Shape;5324;p33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5" name="Google Shape;5325;p33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6" name="Google Shape;5326;p33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7" name="Google Shape;5327;p33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8" name="Google Shape;5328;p33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9" name="Google Shape;5329;p33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0" name="Google Shape;5330;p33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1" name="Google Shape;5331;p33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2" name="Google Shape;5332;p33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3" name="Google Shape;5333;p33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4" name="Google Shape;5334;p33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5335" name="Google Shape;5335;p33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6" name="Google Shape;5336;p33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7" name="Google Shape;5337;p33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8" name="Google Shape;5338;p33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9" name="Google Shape;5339;p33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0" name="Google Shape;5340;p33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1" name="Google Shape;5341;p33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2" name="Google Shape;5342;p33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3" name="Google Shape;5343;p33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4" name="Google Shape;5344;p33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5" name="Google Shape;5345;p33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6" name="Google Shape;5346;p33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7" name="Google Shape;5347;p33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8" name="Google Shape;5348;p33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9" name="Google Shape;5349;p33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0" name="Google Shape;5350;p33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1" name="Google Shape;5351;p33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2" name="Google Shape;5352;p33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3" name="Google Shape;5353;p33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4" name="Google Shape;5354;p33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5" name="Google Shape;5355;p33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6" name="Google Shape;5356;p33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7" name="Google Shape;5357;p33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8" name="Google Shape;5358;p33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9" name="Google Shape;5359;p33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0" name="Google Shape;5360;p33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1" name="Google Shape;5361;p33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2" name="Google Shape;5362;p33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3" name="Google Shape;5363;p33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4" name="Google Shape;5364;p33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5" name="Google Shape;5365;p33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6" name="Google Shape;5366;p33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7" name="Google Shape;5367;p33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8" name="Google Shape;5368;p33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9" name="Google Shape;5369;p33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0" name="Google Shape;5370;p33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1" name="Google Shape;5371;p33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2" name="Google Shape;5372;p33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3" name="Google Shape;5373;p33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4" name="Google Shape;5374;p33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5" name="Google Shape;5375;p33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6" name="Google Shape;5376;p33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7" name="Google Shape;5377;p33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8" name="Google Shape;5378;p33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9" name="Google Shape;5379;p33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0" name="Google Shape;5380;p33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1" name="Google Shape;5381;p33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2" name="Google Shape;5382;p33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3" name="Google Shape;5383;p33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4" name="Google Shape;5384;p33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5" name="Google Shape;5385;p33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86" name="Google Shape;5386;p33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5387" name="Google Shape;5387;p33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8" name="Google Shape;5388;p33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9" name="Google Shape;5389;p33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0" name="Google Shape;5390;p33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1" name="Google Shape;5391;p33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2" name="Google Shape;5392;p33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3" name="Google Shape;5393;p33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4" name="Google Shape;5394;p33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5" name="Google Shape;5395;p33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6" name="Google Shape;5396;p33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7" name="Google Shape;5397;p33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8" name="Google Shape;5398;p33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9" name="Google Shape;5399;p33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0" name="Google Shape;5400;p33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1" name="Google Shape;5401;p33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2" name="Google Shape;5402;p33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3" name="Google Shape;5403;p33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4" name="Google Shape;5404;p33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5" name="Google Shape;5405;p33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6" name="Google Shape;5406;p33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7" name="Google Shape;5407;p33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8" name="Google Shape;5408;p33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9" name="Google Shape;5409;p33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0" name="Google Shape;5410;p33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1" name="Google Shape;5411;p33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2" name="Google Shape;5412;p33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3" name="Google Shape;5413;p33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4" name="Google Shape;5414;p33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5" name="Google Shape;5415;p33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6" name="Google Shape;5416;p33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7" name="Google Shape;5417;p33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8" name="Google Shape;5418;p33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9" name="Google Shape;5419;p33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0" name="Google Shape;5420;p33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1" name="Google Shape;5421;p33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2" name="Google Shape;5422;p33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3" name="Google Shape;5423;p33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4" name="Google Shape;5424;p33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5" name="Google Shape;5425;p33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6" name="Google Shape;5426;p33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7" name="Google Shape;5427;p33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33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33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0" name="Google Shape;5430;p33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1" name="Google Shape;5431;p33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2" name="Google Shape;5432;p33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3" name="Google Shape;5433;p33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4" name="Google Shape;5434;p33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5" name="Google Shape;5435;p33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6" name="Google Shape;5436;p33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5437" name="Google Shape;5437;p33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8" name="Google Shape;5438;p33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9" name="Google Shape;5439;p33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0" name="Google Shape;5440;p33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1" name="Google Shape;5441;p33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2" name="Google Shape;5442;p33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3" name="Google Shape;5443;p33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33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33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6" name="Google Shape;5446;p33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7" name="Google Shape;5447;p33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8" name="Google Shape;5448;p33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9" name="Google Shape;5449;p33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0" name="Google Shape;5450;p33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1" name="Google Shape;5451;p33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33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33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4" name="Google Shape;5454;p33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5" name="Google Shape;5455;p33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6" name="Google Shape;5456;p33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7" name="Google Shape;5457;p33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8" name="Google Shape;5458;p33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9" name="Google Shape;5459;p33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33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1" name="Google Shape;5461;p33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2" name="Google Shape;5462;p33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3" name="Google Shape;5463;p33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4" name="Google Shape;5464;p33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5" name="Google Shape;5465;p33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6" name="Google Shape;5466;p33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7" name="Google Shape;5467;p33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33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33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0" name="Google Shape;5470;p33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1" name="Google Shape;5471;p33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2" name="Google Shape;5472;p33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3" name="Google Shape;5473;p33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4" name="Google Shape;5474;p33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33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33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33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8" name="Google Shape;5478;p33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9" name="Google Shape;5479;p33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0" name="Google Shape;5480;p33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1" name="Google Shape;5481;p33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2" name="Google Shape;5482;p33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3" name="Google Shape;5483;p33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4" name="Google Shape;5484;p33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5485" name="Google Shape;5485;p33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6" name="Google Shape;5486;p33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7" name="Google Shape;5487;p33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8" name="Google Shape;5488;p33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9" name="Google Shape;5489;p33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0" name="Google Shape;5490;p33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1" name="Google Shape;5491;p33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33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33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4" name="Google Shape;5494;p33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5" name="Google Shape;5495;p33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6" name="Google Shape;5496;p33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7" name="Google Shape;5497;p33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8" name="Google Shape;5498;p33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9" name="Google Shape;5499;p33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33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33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2" name="Google Shape;5502;p33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3" name="Google Shape;5503;p33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4" name="Google Shape;5504;p33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5" name="Google Shape;5505;p33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6" name="Google Shape;5506;p33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7" name="Google Shape;5507;p33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33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33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0" name="Google Shape;5510;p33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1" name="Google Shape;5511;p33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2" name="Google Shape;5512;p33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3" name="Google Shape;5513;p33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4" name="Google Shape;5514;p33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33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33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33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8" name="Google Shape;5518;p33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9" name="Google Shape;5519;p33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0" name="Google Shape;5520;p33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1" name="Google Shape;5521;p33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2" name="Google Shape;5522;p33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33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33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33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6" name="Google Shape;5526;p33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7" name="Google Shape;5527;p33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8" name="Google Shape;5528;p33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9" name="Google Shape;5529;p33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0" name="Google Shape;5530;p33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5531" name="Google Shape;5531;p33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33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33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4" name="Google Shape;5534;p33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5" name="Google Shape;5535;p33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6" name="Google Shape;5536;p33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7" name="Google Shape;5537;p33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8" name="Google Shape;5538;p33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9" name="Google Shape;5539;p33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0" name="Google Shape;5540;p33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1" name="Google Shape;5541;p33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2" name="Google Shape;5542;p33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3" name="Google Shape;5543;p33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4" name="Google Shape;5544;p33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5" name="Google Shape;5545;p33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6" name="Google Shape;5546;p33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33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8" name="Google Shape;5548;p33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9" name="Google Shape;5549;p33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0" name="Google Shape;5550;p33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1" name="Google Shape;5551;p33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2" name="Google Shape;5552;p33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3" name="Google Shape;5553;p33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4" name="Google Shape;5554;p33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5" name="Google Shape;5555;p33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6" name="Google Shape;5556;p33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7" name="Google Shape;5557;p33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8" name="Google Shape;5558;p33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9" name="Google Shape;5559;p33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0" name="Google Shape;5560;p33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1" name="Google Shape;5561;p33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2" name="Google Shape;5562;p33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3" name="Google Shape;5563;p33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4" name="Google Shape;5564;p33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5" name="Google Shape;5565;p33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6" name="Google Shape;5566;p33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7" name="Google Shape;5567;p33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8" name="Google Shape;5568;p33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9" name="Google Shape;5569;p33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0" name="Google Shape;5570;p33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1" name="Google Shape;5571;p33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2" name="Google Shape;5572;p33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3" name="Google Shape;5573;p33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74" name="Google Shape;5574;p33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5575" name="Google Shape;5575;p33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6" name="Google Shape;5576;p33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7" name="Google Shape;5577;p33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8" name="Google Shape;5578;p33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9" name="Google Shape;5579;p33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0" name="Google Shape;5580;p33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1" name="Google Shape;5581;p33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2" name="Google Shape;5582;p33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3" name="Google Shape;5583;p33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4" name="Google Shape;5584;p33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5" name="Google Shape;5585;p33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6" name="Google Shape;5586;p33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7" name="Google Shape;5587;p33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8" name="Google Shape;5588;p33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9" name="Google Shape;5589;p33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0" name="Google Shape;5590;p33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1" name="Google Shape;5591;p33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2" name="Google Shape;5592;p33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3" name="Google Shape;5593;p33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4" name="Google Shape;5594;p33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5" name="Google Shape;5595;p33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6" name="Google Shape;5596;p33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7" name="Google Shape;5597;p33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8" name="Google Shape;5598;p33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9" name="Google Shape;5599;p33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0" name="Google Shape;5600;p33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1" name="Google Shape;5601;p33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2" name="Google Shape;5602;p33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3" name="Google Shape;5603;p33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4" name="Google Shape;5604;p33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5" name="Google Shape;5605;p33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6" name="Google Shape;5606;p33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7" name="Google Shape;5607;p33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8" name="Google Shape;5608;p33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9" name="Google Shape;5609;p33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0" name="Google Shape;5610;p33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1" name="Google Shape;5611;p33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2" name="Google Shape;5612;p33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3" name="Google Shape;5613;p33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4" name="Google Shape;5614;p33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5" name="Google Shape;5615;p33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16" name="Google Shape;5616;p33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5617" name="Google Shape;5617;p33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8" name="Google Shape;5618;p33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9" name="Google Shape;5619;p33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0" name="Google Shape;5620;p33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1" name="Google Shape;5621;p33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2" name="Google Shape;5622;p33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3" name="Google Shape;5623;p33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4" name="Google Shape;5624;p33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5" name="Google Shape;5625;p33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6" name="Google Shape;5626;p33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7" name="Google Shape;5627;p33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8" name="Google Shape;5628;p33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9" name="Google Shape;5629;p33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0" name="Google Shape;5630;p33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1" name="Google Shape;5631;p33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2" name="Google Shape;5632;p33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3" name="Google Shape;5633;p33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4" name="Google Shape;5634;p33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5" name="Google Shape;5635;p33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6" name="Google Shape;5636;p33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7" name="Google Shape;5637;p33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8" name="Google Shape;5638;p33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9" name="Google Shape;5639;p33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0" name="Google Shape;5640;p33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1" name="Google Shape;5641;p33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2" name="Google Shape;5642;p33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3" name="Google Shape;5643;p33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4" name="Google Shape;5644;p33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5" name="Google Shape;5645;p33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6" name="Google Shape;5646;p33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7" name="Google Shape;5647;p33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8" name="Google Shape;5648;p33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9" name="Google Shape;5649;p33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0" name="Google Shape;5650;p33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1" name="Google Shape;5651;p33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2" name="Google Shape;5652;p33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3" name="Google Shape;5653;p33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4" name="Google Shape;5654;p33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5" name="Google Shape;5655;p33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7" name="Google Shape;6197;p37"/>
          <p:cNvSpPr txBox="1">
            <a:spLocks noGrp="1"/>
          </p:cNvSpPr>
          <p:nvPr>
            <p:ph type="title"/>
          </p:nvPr>
        </p:nvSpPr>
        <p:spPr>
          <a:xfrm>
            <a:off x="1323771" y="-45810"/>
            <a:ext cx="6494237" cy="10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b="1" dirty="0"/>
              <a:t>Use Case </a:t>
            </a:r>
            <a:r>
              <a:rPr lang="ru-RU" sz="2800" b="1" dirty="0"/>
              <a:t>диаграмма</a:t>
            </a:r>
          </a:p>
        </p:txBody>
      </p:sp>
      <p:sp>
        <p:nvSpPr>
          <p:cNvPr id="6199" name="Google Shape;6199;p37"/>
          <p:cNvSpPr/>
          <p:nvPr/>
        </p:nvSpPr>
        <p:spPr>
          <a:xfrm rot="572834">
            <a:off x="3046035" y="4016232"/>
            <a:ext cx="3049711" cy="30334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00" name="Google Shape;6200;p37"/>
          <p:cNvGrpSpPr/>
          <p:nvPr/>
        </p:nvGrpSpPr>
        <p:grpSpPr>
          <a:xfrm rot="-286675">
            <a:off x="6526477" y="2074647"/>
            <a:ext cx="4552720" cy="4583202"/>
            <a:chOff x="3819525" y="1138237"/>
            <a:chExt cx="4552378" cy="4582857"/>
          </a:xfrm>
        </p:grpSpPr>
        <p:grpSp>
          <p:nvGrpSpPr>
            <p:cNvPr id="6201" name="Google Shape;6201;p37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6202" name="Google Shape;6202;p37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3" name="Google Shape;6203;p37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4" name="Google Shape;6204;p37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5" name="Google Shape;6205;p37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6" name="Google Shape;6206;p37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7" name="Google Shape;6207;p37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8" name="Google Shape;6208;p37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9" name="Google Shape;6209;p37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0" name="Google Shape;6210;p37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1" name="Google Shape;6211;p37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2" name="Google Shape;6212;p37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3" name="Google Shape;6213;p37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4" name="Google Shape;6214;p37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5" name="Google Shape;6215;p37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6" name="Google Shape;6216;p37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7" name="Google Shape;6217;p37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8" name="Google Shape;6218;p37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9" name="Google Shape;6219;p37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0" name="Google Shape;6220;p37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1" name="Google Shape;6221;p37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2" name="Google Shape;6222;p37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3" name="Google Shape;6223;p37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4" name="Google Shape;6224;p37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5" name="Google Shape;6225;p37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6" name="Google Shape;6226;p37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7" name="Google Shape;6227;p37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8" name="Google Shape;6228;p37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9" name="Google Shape;6229;p37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0" name="Google Shape;6230;p37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1" name="Google Shape;6231;p37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2" name="Google Shape;6232;p37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3" name="Google Shape;6233;p37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4" name="Google Shape;6234;p37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5" name="Google Shape;6235;p37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6" name="Google Shape;6236;p37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7" name="Google Shape;6237;p37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8" name="Google Shape;6238;p37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9" name="Google Shape;6239;p37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0" name="Google Shape;6240;p37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1" name="Google Shape;6241;p37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2" name="Google Shape;6242;p37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3" name="Google Shape;6243;p37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4" name="Google Shape;6244;p37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5" name="Google Shape;6245;p37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6" name="Google Shape;6246;p37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7" name="Google Shape;6247;p37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8" name="Google Shape;6248;p37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9" name="Google Shape;6249;p37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0" name="Google Shape;6250;p37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1" name="Google Shape;6251;p37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2" name="Google Shape;6252;p37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3" name="Google Shape;6253;p37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4" name="Google Shape;6254;p37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5" name="Google Shape;6255;p37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6" name="Google Shape;6256;p37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7" name="Google Shape;6257;p37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8" name="Google Shape;6258;p37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59" name="Google Shape;6259;p37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6260" name="Google Shape;6260;p37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1" name="Google Shape;6261;p37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2" name="Google Shape;6262;p37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3" name="Google Shape;6263;p37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4" name="Google Shape;6264;p37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5" name="Google Shape;6265;p37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6" name="Google Shape;6266;p37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7" name="Google Shape;6267;p37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8" name="Google Shape;6268;p37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9" name="Google Shape;6269;p37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0" name="Google Shape;6270;p37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1" name="Google Shape;6271;p37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2" name="Google Shape;6272;p37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3" name="Google Shape;6273;p37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4" name="Google Shape;6274;p37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5" name="Google Shape;6275;p37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6" name="Google Shape;6276;p37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7" name="Google Shape;6277;p37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8" name="Google Shape;6278;p37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9" name="Google Shape;6279;p37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0" name="Google Shape;6280;p37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1" name="Google Shape;6281;p37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2" name="Google Shape;6282;p37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3" name="Google Shape;6283;p37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4" name="Google Shape;6284;p37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5" name="Google Shape;6285;p37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6" name="Google Shape;6286;p37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7" name="Google Shape;6287;p37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8" name="Google Shape;6288;p37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9" name="Google Shape;6289;p37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0" name="Google Shape;6290;p37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1" name="Google Shape;6291;p37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2" name="Google Shape;6292;p37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3" name="Google Shape;6293;p37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4" name="Google Shape;6294;p37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5" name="Google Shape;6295;p37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6" name="Google Shape;6296;p37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7" name="Google Shape;6297;p37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8" name="Google Shape;6298;p37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9" name="Google Shape;6299;p37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0" name="Google Shape;6300;p37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1" name="Google Shape;6301;p37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2" name="Google Shape;6302;p37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3" name="Google Shape;6303;p37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4" name="Google Shape;6304;p37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5" name="Google Shape;6305;p37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6" name="Google Shape;6306;p37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7" name="Google Shape;6307;p37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8" name="Google Shape;6308;p37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9" name="Google Shape;6309;p37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0" name="Google Shape;6310;p37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1" name="Google Shape;6311;p37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2" name="Google Shape;6312;p37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3" name="Google Shape;6313;p37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4" name="Google Shape;6314;p37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15" name="Google Shape;6315;p37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6316" name="Google Shape;6316;p37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7" name="Google Shape;6317;p37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8" name="Google Shape;6318;p37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9" name="Google Shape;6319;p37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0" name="Google Shape;6320;p37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1" name="Google Shape;6321;p37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2" name="Google Shape;6322;p37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3" name="Google Shape;6323;p37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4" name="Google Shape;6324;p37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5" name="Google Shape;6325;p37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6" name="Google Shape;6326;p37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7" name="Google Shape;6327;p37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8" name="Google Shape;6328;p37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9" name="Google Shape;6329;p37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0" name="Google Shape;6330;p37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1" name="Google Shape;6331;p37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2" name="Google Shape;6332;p37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3" name="Google Shape;6333;p37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4" name="Google Shape;6334;p37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5" name="Google Shape;6335;p37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6" name="Google Shape;6336;p37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7" name="Google Shape;6337;p37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8" name="Google Shape;6338;p37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9" name="Google Shape;6339;p37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0" name="Google Shape;6340;p37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1" name="Google Shape;6341;p37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2" name="Google Shape;6342;p37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3" name="Google Shape;6343;p37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4" name="Google Shape;6344;p37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5" name="Google Shape;6345;p37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6" name="Google Shape;6346;p37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7" name="Google Shape;6347;p37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8" name="Google Shape;6348;p37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9" name="Google Shape;6349;p37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0" name="Google Shape;6350;p37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1" name="Google Shape;6351;p37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2" name="Google Shape;6352;p37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3" name="Google Shape;6353;p37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4" name="Google Shape;6354;p37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5" name="Google Shape;6355;p37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6" name="Google Shape;6356;p37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7" name="Google Shape;6357;p37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8" name="Google Shape;6358;p37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9" name="Google Shape;6359;p37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0" name="Google Shape;6360;p37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1" name="Google Shape;6361;p37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2" name="Google Shape;6362;p37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3" name="Google Shape;6363;p37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4" name="Google Shape;6364;p37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5" name="Google Shape;6365;p37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6" name="Google Shape;6366;p37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7" name="Google Shape;6367;p37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8" name="Google Shape;6368;p37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9" name="Google Shape;6369;p37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6370" name="Google Shape;6370;p37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1" name="Google Shape;6371;p37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2" name="Google Shape;6372;p37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3" name="Google Shape;6373;p37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4" name="Google Shape;6374;p37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5" name="Google Shape;6375;p37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6" name="Google Shape;6376;p37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7" name="Google Shape;6377;p37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8" name="Google Shape;6378;p37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9" name="Google Shape;6379;p37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0" name="Google Shape;6380;p37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1" name="Google Shape;6381;p37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2" name="Google Shape;6382;p37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3" name="Google Shape;6383;p37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4" name="Google Shape;6384;p37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5" name="Google Shape;6385;p37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6" name="Google Shape;6386;p37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7" name="Google Shape;6387;p37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8" name="Google Shape;6388;p37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9" name="Google Shape;6389;p37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0" name="Google Shape;6390;p37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1" name="Google Shape;6391;p37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2" name="Google Shape;6392;p37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3" name="Google Shape;6393;p37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4" name="Google Shape;6394;p37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5" name="Google Shape;6395;p37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6" name="Google Shape;6396;p37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7" name="Google Shape;6397;p37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8" name="Google Shape;6398;p37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9" name="Google Shape;6399;p37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0" name="Google Shape;6400;p37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1" name="Google Shape;6401;p37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2" name="Google Shape;6402;p37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3" name="Google Shape;6403;p37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4" name="Google Shape;6404;p37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5" name="Google Shape;6405;p37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6" name="Google Shape;6406;p37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7" name="Google Shape;6407;p37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8" name="Google Shape;6408;p37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9" name="Google Shape;6409;p37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0" name="Google Shape;6410;p37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1" name="Google Shape;6411;p37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2" name="Google Shape;6412;p37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3" name="Google Shape;6413;p37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4" name="Google Shape;6414;p37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5" name="Google Shape;6415;p37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6" name="Google Shape;6416;p37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7" name="Google Shape;6417;p37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8" name="Google Shape;6418;p37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9" name="Google Shape;6419;p37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0" name="Google Shape;6420;p37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21" name="Google Shape;6421;p37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6422" name="Google Shape;6422;p37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3" name="Google Shape;6423;p37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4" name="Google Shape;6424;p37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5" name="Google Shape;6425;p37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6" name="Google Shape;6426;p37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7" name="Google Shape;6427;p37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8" name="Google Shape;6428;p37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9" name="Google Shape;6429;p37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0" name="Google Shape;6430;p37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1" name="Google Shape;6431;p37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2" name="Google Shape;6432;p37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3" name="Google Shape;6433;p37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4" name="Google Shape;6434;p37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5" name="Google Shape;6435;p37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6" name="Google Shape;6436;p37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7" name="Google Shape;6437;p37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8" name="Google Shape;6438;p37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9" name="Google Shape;6439;p37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0" name="Google Shape;6440;p37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1" name="Google Shape;6441;p37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2" name="Google Shape;6442;p37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3" name="Google Shape;6443;p37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4" name="Google Shape;6444;p37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5" name="Google Shape;6445;p37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6" name="Google Shape;6446;p37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7" name="Google Shape;6447;p37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8" name="Google Shape;6448;p37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9" name="Google Shape;6449;p37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0" name="Google Shape;6450;p37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1" name="Google Shape;6451;p37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2" name="Google Shape;6452;p37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3" name="Google Shape;6453;p37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4" name="Google Shape;6454;p37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5" name="Google Shape;6455;p37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6" name="Google Shape;6456;p37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7" name="Google Shape;6457;p37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8" name="Google Shape;6458;p37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9" name="Google Shape;6459;p37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0" name="Google Shape;6460;p37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1" name="Google Shape;6461;p37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2" name="Google Shape;6462;p37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3" name="Google Shape;6463;p37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4" name="Google Shape;6464;p37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5" name="Google Shape;6465;p37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6" name="Google Shape;6466;p37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7" name="Google Shape;6467;p37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8" name="Google Shape;6468;p37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9" name="Google Shape;6469;p37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0" name="Google Shape;6470;p37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71" name="Google Shape;6471;p37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6472" name="Google Shape;6472;p37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3" name="Google Shape;6473;p37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4" name="Google Shape;6474;p37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5" name="Google Shape;6475;p37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6" name="Google Shape;6476;p37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7" name="Google Shape;6477;p37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8" name="Google Shape;6478;p37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9" name="Google Shape;6479;p37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0" name="Google Shape;6480;p37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1" name="Google Shape;6481;p37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2" name="Google Shape;6482;p37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3" name="Google Shape;6483;p37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4" name="Google Shape;6484;p37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5" name="Google Shape;6485;p37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6" name="Google Shape;6486;p37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7" name="Google Shape;6487;p37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8" name="Google Shape;6488;p37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9" name="Google Shape;6489;p37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0" name="Google Shape;6490;p37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1" name="Google Shape;6491;p37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2" name="Google Shape;6492;p37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3" name="Google Shape;6493;p37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4" name="Google Shape;6494;p37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5" name="Google Shape;6495;p37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6" name="Google Shape;6496;p37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7" name="Google Shape;6497;p37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8" name="Google Shape;6498;p37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9" name="Google Shape;6499;p37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0" name="Google Shape;6500;p37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1" name="Google Shape;6501;p37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2" name="Google Shape;6502;p37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3" name="Google Shape;6503;p37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4" name="Google Shape;6504;p37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5" name="Google Shape;6505;p37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6" name="Google Shape;6506;p37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7" name="Google Shape;6507;p37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8" name="Google Shape;6508;p37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9" name="Google Shape;6509;p37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0" name="Google Shape;6510;p37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1" name="Google Shape;6511;p37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2" name="Google Shape;6512;p37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3" name="Google Shape;6513;p37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4" name="Google Shape;6514;p37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5" name="Google Shape;6515;p37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6" name="Google Shape;6516;p37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7" name="Google Shape;6517;p37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8" name="Google Shape;6518;p37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19" name="Google Shape;6519;p37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6520" name="Google Shape;6520;p37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1" name="Google Shape;6521;p37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2" name="Google Shape;6522;p37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3" name="Google Shape;6523;p37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4" name="Google Shape;6524;p37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5" name="Google Shape;6525;p37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6" name="Google Shape;6526;p37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7" name="Google Shape;6527;p37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8" name="Google Shape;6528;p37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9" name="Google Shape;6529;p37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0" name="Google Shape;6530;p37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1" name="Google Shape;6531;p37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2" name="Google Shape;6532;p37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3" name="Google Shape;6533;p37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4" name="Google Shape;6534;p37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5" name="Google Shape;6535;p37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6" name="Google Shape;6536;p37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7" name="Google Shape;6537;p37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8" name="Google Shape;6538;p37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9" name="Google Shape;6539;p37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0" name="Google Shape;6540;p37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1" name="Google Shape;6541;p37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2" name="Google Shape;6542;p37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3" name="Google Shape;6543;p37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4" name="Google Shape;6544;p37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5" name="Google Shape;6545;p37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6" name="Google Shape;6546;p37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7" name="Google Shape;6547;p37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8" name="Google Shape;6548;p37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9" name="Google Shape;6549;p37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0" name="Google Shape;6550;p37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1" name="Google Shape;6551;p37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2" name="Google Shape;6552;p37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3" name="Google Shape;6553;p37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4" name="Google Shape;6554;p37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5" name="Google Shape;6555;p37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6" name="Google Shape;6556;p37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7" name="Google Shape;6557;p37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8" name="Google Shape;6558;p37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9" name="Google Shape;6559;p37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0" name="Google Shape;6560;p37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1" name="Google Shape;6561;p37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2" name="Google Shape;6562;p37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3" name="Google Shape;6563;p37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4" name="Google Shape;6564;p37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65" name="Google Shape;6565;p37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6566" name="Google Shape;6566;p37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7" name="Google Shape;6567;p37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8" name="Google Shape;6568;p37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9" name="Google Shape;6569;p37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0" name="Google Shape;6570;p37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1" name="Google Shape;6571;p37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2" name="Google Shape;6572;p37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3" name="Google Shape;6573;p37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4" name="Google Shape;6574;p37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5" name="Google Shape;6575;p37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6" name="Google Shape;6576;p37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7" name="Google Shape;6577;p37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8" name="Google Shape;6578;p37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9" name="Google Shape;6579;p37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0" name="Google Shape;6580;p37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1" name="Google Shape;6581;p37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2" name="Google Shape;6582;p37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3" name="Google Shape;6583;p37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4" name="Google Shape;6584;p37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5" name="Google Shape;6585;p37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6" name="Google Shape;6586;p37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7" name="Google Shape;6587;p37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8" name="Google Shape;6588;p37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9" name="Google Shape;6589;p37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0" name="Google Shape;6590;p37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1" name="Google Shape;6591;p37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2" name="Google Shape;6592;p37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3" name="Google Shape;6593;p37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4" name="Google Shape;6594;p37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5" name="Google Shape;6595;p37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6" name="Google Shape;6596;p37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7" name="Google Shape;6597;p37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8" name="Google Shape;6598;p37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9" name="Google Shape;6599;p37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0" name="Google Shape;6600;p37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1" name="Google Shape;6601;p37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2" name="Google Shape;6602;p37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3" name="Google Shape;6603;p37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4" name="Google Shape;6604;p37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5" name="Google Shape;6605;p37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6" name="Google Shape;6606;p37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7" name="Google Shape;6607;p37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8" name="Google Shape;6608;p37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09" name="Google Shape;6609;p37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6610" name="Google Shape;6610;p37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1" name="Google Shape;6611;p37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2" name="Google Shape;6612;p37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3" name="Google Shape;6613;p37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4" name="Google Shape;6614;p37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5" name="Google Shape;6615;p37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6" name="Google Shape;6616;p37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7" name="Google Shape;6617;p37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8" name="Google Shape;6618;p37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9" name="Google Shape;6619;p37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0" name="Google Shape;6620;p37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1" name="Google Shape;6621;p37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2" name="Google Shape;6622;p37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3" name="Google Shape;6623;p37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4" name="Google Shape;6624;p37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5" name="Google Shape;6625;p37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6" name="Google Shape;6626;p37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7" name="Google Shape;6627;p37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8" name="Google Shape;6628;p37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9" name="Google Shape;6629;p37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0" name="Google Shape;6630;p37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1" name="Google Shape;6631;p37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2" name="Google Shape;6632;p37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3" name="Google Shape;6633;p37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4" name="Google Shape;6634;p37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5" name="Google Shape;6635;p37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6" name="Google Shape;6636;p37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7" name="Google Shape;6637;p37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8" name="Google Shape;6638;p37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9" name="Google Shape;6639;p37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0" name="Google Shape;6640;p37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1" name="Google Shape;6641;p37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2" name="Google Shape;6642;p37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3" name="Google Shape;6643;p37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4" name="Google Shape;6644;p37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5" name="Google Shape;6645;p37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6" name="Google Shape;6646;p37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7" name="Google Shape;6647;p37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8" name="Google Shape;6648;p37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9" name="Google Shape;6649;p37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0" name="Google Shape;6650;p37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51" name="Google Shape;6651;p37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6652" name="Google Shape;6652;p37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3" name="Google Shape;6653;p37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4" name="Google Shape;6654;p37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5" name="Google Shape;6655;p37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6" name="Google Shape;6656;p37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7" name="Google Shape;6657;p37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8" name="Google Shape;6658;p37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9" name="Google Shape;6659;p37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0" name="Google Shape;6660;p37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1" name="Google Shape;6661;p37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2" name="Google Shape;6662;p37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3" name="Google Shape;6663;p37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4" name="Google Shape;6664;p37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5" name="Google Shape;6665;p37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6" name="Google Shape;6666;p37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37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8" name="Google Shape;6668;p37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9" name="Google Shape;6669;p37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0" name="Google Shape;6670;p37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1" name="Google Shape;6671;p37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2" name="Google Shape;6672;p37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3" name="Google Shape;6673;p37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4" name="Google Shape;6674;p37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5" name="Google Shape;6675;p37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6" name="Google Shape;6676;p37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7" name="Google Shape;6677;p37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8" name="Google Shape;6678;p37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9" name="Google Shape;6679;p37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0" name="Google Shape;6680;p37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1" name="Google Shape;6681;p37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2" name="Google Shape;6682;p37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3" name="Google Shape;6683;p37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4" name="Google Shape;6684;p37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5" name="Google Shape;6685;p37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6" name="Google Shape;6686;p37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7" name="Google Shape;6687;p37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8" name="Google Shape;6688;p37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9" name="Google Shape;6689;p37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0" name="Google Shape;6690;p37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1" name="Google Shape;6691;p37"/>
          <p:cNvSpPr/>
          <p:nvPr/>
        </p:nvSpPr>
        <p:spPr>
          <a:xfrm rot="2700000">
            <a:off x="1351681" y="3672419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FF8D777-B2D2-ACA3-E56E-A06C32128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589" y="975390"/>
            <a:ext cx="3427298" cy="396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6">
          <a:extLst>
            <a:ext uri="{FF2B5EF4-FFF2-40B4-BE49-F238E27FC236}">
              <a16:creationId xmlns:a16="http://schemas.microsoft.com/office/drawing/2014/main" id="{A8E7ED2D-FAE0-FD30-BAD0-04E0E18E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7" name="Google Shape;6197;p37">
            <a:extLst>
              <a:ext uri="{FF2B5EF4-FFF2-40B4-BE49-F238E27FC236}">
                <a16:creationId xmlns:a16="http://schemas.microsoft.com/office/drawing/2014/main" id="{765E0648-4E07-53DB-C815-FF8A967DA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9073" y="0"/>
            <a:ext cx="6494237" cy="10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2800" b="1" dirty="0"/>
              <a:t>Диаграмма</a:t>
            </a:r>
            <a:r>
              <a:rPr lang="en-US" sz="2800" b="1" dirty="0"/>
              <a:t> </a:t>
            </a:r>
            <a:r>
              <a:rPr lang="ru-RU" sz="2800" b="1" dirty="0"/>
              <a:t>классов</a:t>
            </a:r>
          </a:p>
        </p:txBody>
      </p:sp>
      <p:sp>
        <p:nvSpPr>
          <p:cNvPr id="6199" name="Google Shape;6199;p37">
            <a:extLst>
              <a:ext uri="{FF2B5EF4-FFF2-40B4-BE49-F238E27FC236}">
                <a16:creationId xmlns:a16="http://schemas.microsoft.com/office/drawing/2014/main" id="{01059B95-5E2A-2A95-A774-C3AC0444723D}"/>
              </a:ext>
            </a:extLst>
          </p:cNvPr>
          <p:cNvSpPr/>
          <p:nvPr/>
        </p:nvSpPr>
        <p:spPr>
          <a:xfrm rot="572834">
            <a:off x="3046035" y="4016232"/>
            <a:ext cx="3049711" cy="30334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00" name="Google Shape;6200;p37">
            <a:extLst>
              <a:ext uri="{FF2B5EF4-FFF2-40B4-BE49-F238E27FC236}">
                <a16:creationId xmlns:a16="http://schemas.microsoft.com/office/drawing/2014/main" id="{08F7592F-EC80-2162-3B7E-CBE711E776C7}"/>
              </a:ext>
            </a:extLst>
          </p:cNvPr>
          <p:cNvGrpSpPr/>
          <p:nvPr/>
        </p:nvGrpSpPr>
        <p:grpSpPr>
          <a:xfrm rot="-286675">
            <a:off x="6526477" y="2074647"/>
            <a:ext cx="4552720" cy="4583202"/>
            <a:chOff x="3819525" y="1138237"/>
            <a:chExt cx="4552378" cy="4582857"/>
          </a:xfrm>
        </p:grpSpPr>
        <p:grpSp>
          <p:nvGrpSpPr>
            <p:cNvPr id="6201" name="Google Shape;6201;p37">
              <a:extLst>
                <a:ext uri="{FF2B5EF4-FFF2-40B4-BE49-F238E27FC236}">
                  <a16:creationId xmlns:a16="http://schemas.microsoft.com/office/drawing/2014/main" id="{6C63DC6D-5D8A-AA7A-9026-7FAD3C777BE8}"/>
                </a:ext>
              </a:extLst>
            </p:cNvPr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6202" name="Google Shape;6202;p37">
                <a:extLst>
                  <a:ext uri="{FF2B5EF4-FFF2-40B4-BE49-F238E27FC236}">
                    <a16:creationId xmlns:a16="http://schemas.microsoft.com/office/drawing/2014/main" id="{534EE453-CC48-EE23-8B78-FC4CE9D0905A}"/>
                  </a:ext>
                </a:extLst>
              </p:cNvPr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3" name="Google Shape;6203;p37">
                <a:extLst>
                  <a:ext uri="{FF2B5EF4-FFF2-40B4-BE49-F238E27FC236}">
                    <a16:creationId xmlns:a16="http://schemas.microsoft.com/office/drawing/2014/main" id="{984E7006-B59C-D38D-D770-DC6C2BE9677B}"/>
                  </a:ext>
                </a:extLst>
              </p:cNvPr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4" name="Google Shape;6204;p37">
                <a:extLst>
                  <a:ext uri="{FF2B5EF4-FFF2-40B4-BE49-F238E27FC236}">
                    <a16:creationId xmlns:a16="http://schemas.microsoft.com/office/drawing/2014/main" id="{5515FAFA-D3AD-36A1-1072-63C6E9BCDC63}"/>
                  </a:ext>
                </a:extLst>
              </p:cNvPr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5" name="Google Shape;6205;p37">
                <a:extLst>
                  <a:ext uri="{FF2B5EF4-FFF2-40B4-BE49-F238E27FC236}">
                    <a16:creationId xmlns:a16="http://schemas.microsoft.com/office/drawing/2014/main" id="{E93A2131-0ED0-6E0A-081B-871E9AFF1BE9}"/>
                  </a:ext>
                </a:extLst>
              </p:cNvPr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6" name="Google Shape;6206;p37">
                <a:extLst>
                  <a:ext uri="{FF2B5EF4-FFF2-40B4-BE49-F238E27FC236}">
                    <a16:creationId xmlns:a16="http://schemas.microsoft.com/office/drawing/2014/main" id="{8B0638D1-DDE9-5F0E-3CDF-82531524D3BD}"/>
                  </a:ext>
                </a:extLst>
              </p:cNvPr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7" name="Google Shape;6207;p37">
                <a:extLst>
                  <a:ext uri="{FF2B5EF4-FFF2-40B4-BE49-F238E27FC236}">
                    <a16:creationId xmlns:a16="http://schemas.microsoft.com/office/drawing/2014/main" id="{EE2DC493-D0ED-6868-2F7A-D2DD137DC2DB}"/>
                  </a:ext>
                </a:extLst>
              </p:cNvPr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8" name="Google Shape;6208;p37">
                <a:extLst>
                  <a:ext uri="{FF2B5EF4-FFF2-40B4-BE49-F238E27FC236}">
                    <a16:creationId xmlns:a16="http://schemas.microsoft.com/office/drawing/2014/main" id="{76EFFF77-EAFB-F3B1-25E9-BBF41B6D2E18}"/>
                  </a:ext>
                </a:extLst>
              </p:cNvPr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9" name="Google Shape;6209;p37">
                <a:extLst>
                  <a:ext uri="{FF2B5EF4-FFF2-40B4-BE49-F238E27FC236}">
                    <a16:creationId xmlns:a16="http://schemas.microsoft.com/office/drawing/2014/main" id="{B780F964-9BF7-4D0F-0EBF-93C166AAB3C5}"/>
                  </a:ext>
                </a:extLst>
              </p:cNvPr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0" name="Google Shape;6210;p37">
                <a:extLst>
                  <a:ext uri="{FF2B5EF4-FFF2-40B4-BE49-F238E27FC236}">
                    <a16:creationId xmlns:a16="http://schemas.microsoft.com/office/drawing/2014/main" id="{E3573036-E99C-FE34-B86A-4FDD9DC1C5FA}"/>
                  </a:ext>
                </a:extLst>
              </p:cNvPr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1" name="Google Shape;6211;p37">
                <a:extLst>
                  <a:ext uri="{FF2B5EF4-FFF2-40B4-BE49-F238E27FC236}">
                    <a16:creationId xmlns:a16="http://schemas.microsoft.com/office/drawing/2014/main" id="{BE49F855-9EE6-E164-518C-3A09787827DA}"/>
                  </a:ext>
                </a:extLst>
              </p:cNvPr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2" name="Google Shape;6212;p37">
                <a:extLst>
                  <a:ext uri="{FF2B5EF4-FFF2-40B4-BE49-F238E27FC236}">
                    <a16:creationId xmlns:a16="http://schemas.microsoft.com/office/drawing/2014/main" id="{0046CD15-9FF0-618A-57C8-E4423E4FB8AD}"/>
                  </a:ext>
                </a:extLst>
              </p:cNvPr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3" name="Google Shape;6213;p37">
                <a:extLst>
                  <a:ext uri="{FF2B5EF4-FFF2-40B4-BE49-F238E27FC236}">
                    <a16:creationId xmlns:a16="http://schemas.microsoft.com/office/drawing/2014/main" id="{34CED6E4-D8A2-C1B8-AC76-945C6A468C83}"/>
                  </a:ext>
                </a:extLst>
              </p:cNvPr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4" name="Google Shape;6214;p37">
                <a:extLst>
                  <a:ext uri="{FF2B5EF4-FFF2-40B4-BE49-F238E27FC236}">
                    <a16:creationId xmlns:a16="http://schemas.microsoft.com/office/drawing/2014/main" id="{41021E50-A013-00D2-DBFB-A089D41FC34F}"/>
                  </a:ext>
                </a:extLst>
              </p:cNvPr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5" name="Google Shape;6215;p37">
                <a:extLst>
                  <a:ext uri="{FF2B5EF4-FFF2-40B4-BE49-F238E27FC236}">
                    <a16:creationId xmlns:a16="http://schemas.microsoft.com/office/drawing/2014/main" id="{F36C6B9E-AD3C-DF75-915F-A82A87A8E1DD}"/>
                  </a:ext>
                </a:extLst>
              </p:cNvPr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6" name="Google Shape;6216;p37">
                <a:extLst>
                  <a:ext uri="{FF2B5EF4-FFF2-40B4-BE49-F238E27FC236}">
                    <a16:creationId xmlns:a16="http://schemas.microsoft.com/office/drawing/2014/main" id="{FF2C5711-4005-BCBB-9400-6B93479428EC}"/>
                  </a:ext>
                </a:extLst>
              </p:cNvPr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7" name="Google Shape;6217;p37">
                <a:extLst>
                  <a:ext uri="{FF2B5EF4-FFF2-40B4-BE49-F238E27FC236}">
                    <a16:creationId xmlns:a16="http://schemas.microsoft.com/office/drawing/2014/main" id="{2B48170D-A547-D5CE-A844-F4F8D59B4D24}"/>
                  </a:ext>
                </a:extLst>
              </p:cNvPr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8" name="Google Shape;6218;p37">
                <a:extLst>
                  <a:ext uri="{FF2B5EF4-FFF2-40B4-BE49-F238E27FC236}">
                    <a16:creationId xmlns:a16="http://schemas.microsoft.com/office/drawing/2014/main" id="{49E699AB-272E-B05B-CBC9-BEABE23A519A}"/>
                  </a:ext>
                </a:extLst>
              </p:cNvPr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9" name="Google Shape;6219;p37">
                <a:extLst>
                  <a:ext uri="{FF2B5EF4-FFF2-40B4-BE49-F238E27FC236}">
                    <a16:creationId xmlns:a16="http://schemas.microsoft.com/office/drawing/2014/main" id="{863199C5-48B7-43AB-E467-748203407E15}"/>
                  </a:ext>
                </a:extLst>
              </p:cNvPr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0" name="Google Shape;6220;p37">
                <a:extLst>
                  <a:ext uri="{FF2B5EF4-FFF2-40B4-BE49-F238E27FC236}">
                    <a16:creationId xmlns:a16="http://schemas.microsoft.com/office/drawing/2014/main" id="{C917CD3C-FB6D-B82D-C32C-296F1B381333}"/>
                  </a:ext>
                </a:extLst>
              </p:cNvPr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1" name="Google Shape;6221;p37">
                <a:extLst>
                  <a:ext uri="{FF2B5EF4-FFF2-40B4-BE49-F238E27FC236}">
                    <a16:creationId xmlns:a16="http://schemas.microsoft.com/office/drawing/2014/main" id="{EDC32E3F-717F-B518-B918-D77BE33C4792}"/>
                  </a:ext>
                </a:extLst>
              </p:cNvPr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2" name="Google Shape;6222;p37">
                <a:extLst>
                  <a:ext uri="{FF2B5EF4-FFF2-40B4-BE49-F238E27FC236}">
                    <a16:creationId xmlns:a16="http://schemas.microsoft.com/office/drawing/2014/main" id="{C1E764BE-871C-AC6E-5B2B-612BF04518DD}"/>
                  </a:ext>
                </a:extLst>
              </p:cNvPr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3" name="Google Shape;6223;p37">
                <a:extLst>
                  <a:ext uri="{FF2B5EF4-FFF2-40B4-BE49-F238E27FC236}">
                    <a16:creationId xmlns:a16="http://schemas.microsoft.com/office/drawing/2014/main" id="{FCB70C03-D450-07B0-70BB-AE2F64469D1D}"/>
                  </a:ext>
                </a:extLst>
              </p:cNvPr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4" name="Google Shape;6224;p37">
                <a:extLst>
                  <a:ext uri="{FF2B5EF4-FFF2-40B4-BE49-F238E27FC236}">
                    <a16:creationId xmlns:a16="http://schemas.microsoft.com/office/drawing/2014/main" id="{9016C61F-012A-FDBA-2AAF-6B555D08566C}"/>
                  </a:ext>
                </a:extLst>
              </p:cNvPr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5" name="Google Shape;6225;p37">
                <a:extLst>
                  <a:ext uri="{FF2B5EF4-FFF2-40B4-BE49-F238E27FC236}">
                    <a16:creationId xmlns:a16="http://schemas.microsoft.com/office/drawing/2014/main" id="{464D00BD-4335-2D26-ADA4-E4310502DF99}"/>
                  </a:ext>
                </a:extLst>
              </p:cNvPr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6" name="Google Shape;6226;p37">
                <a:extLst>
                  <a:ext uri="{FF2B5EF4-FFF2-40B4-BE49-F238E27FC236}">
                    <a16:creationId xmlns:a16="http://schemas.microsoft.com/office/drawing/2014/main" id="{460BD89D-7EB4-D726-9679-C416BEEA2B42}"/>
                  </a:ext>
                </a:extLst>
              </p:cNvPr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7" name="Google Shape;6227;p37">
                <a:extLst>
                  <a:ext uri="{FF2B5EF4-FFF2-40B4-BE49-F238E27FC236}">
                    <a16:creationId xmlns:a16="http://schemas.microsoft.com/office/drawing/2014/main" id="{70C86A78-B6A9-92B9-EA4E-8ED1E4238499}"/>
                  </a:ext>
                </a:extLst>
              </p:cNvPr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8" name="Google Shape;6228;p37">
                <a:extLst>
                  <a:ext uri="{FF2B5EF4-FFF2-40B4-BE49-F238E27FC236}">
                    <a16:creationId xmlns:a16="http://schemas.microsoft.com/office/drawing/2014/main" id="{B3738E0B-3D0E-7543-338D-8675666AB16D}"/>
                  </a:ext>
                </a:extLst>
              </p:cNvPr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9" name="Google Shape;6229;p37">
                <a:extLst>
                  <a:ext uri="{FF2B5EF4-FFF2-40B4-BE49-F238E27FC236}">
                    <a16:creationId xmlns:a16="http://schemas.microsoft.com/office/drawing/2014/main" id="{188B9715-D73B-E120-F01A-74AED0F660FA}"/>
                  </a:ext>
                </a:extLst>
              </p:cNvPr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0" name="Google Shape;6230;p37">
                <a:extLst>
                  <a:ext uri="{FF2B5EF4-FFF2-40B4-BE49-F238E27FC236}">
                    <a16:creationId xmlns:a16="http://schemas.microsoft.com/office/drawing/2014/main" id="{2D215D92-498E-E04C-51FF-ECE6F51EF993}"/>
                  </a:ext>
                </a:extLst>
              </p:cNvPr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1" name="Google Shape;6231;p37">
                <a:extLst>
                  <a:ext uri="{FF2B5EF4-FFF2-40B4-BE49-F238E27FC236}">
                    <a16:creationId xmlns:a16="http://schemas.microsoft.com/office/drawing/2014/main" id="{9660D440-14BA-F4E0-8BFA-3225DF39D0A9}"/>
                  </a:ext>
                </a:extLst>
              </p:cNvPr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2" name="Google Shape;6232;p37">
                <a:extLst>
                  <a:ext uri="{FF2B5EF4-FFF2-40B4-BE49-F238E27FC236}">
                    <a16:creationId xmlns:a16="http://schemas.microsoft.com/office/drawing/2014/main" id="{C893CFC9-38E1-142B-9379-E62ED648748A}"/>
                  </a:ext>
                </a:extLst>
              </p:cNvPr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3" name="Google Shape;6233;p37">
                <a:extLst>
                  <a:ext uri="{FF2B5EF4-FFF2-40B4-BE49-F238E27FC236}">
                    <a16:creationId xmlns:a16="http://schemas.microsoft.com/office/drawing/2014/main" id="{CED54758-CE2B-4F6F-BE04-F6314062BBD9}"/>
                  </a:ext>
                </a:extLst>
              </p:cNvPr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4" name="Google Shape;6234;p37">
                <a:extLst>
                  <a:ext uri="{FF2B5EF4-FFF2-40B4-BE49-F238E27FC236}">
                    <a16:creationId xmlns:a16="http://schemas.microsoft.com/office/drawing/2014/main" id="{FF8F7864-635A-5835-E695-A9D8BCC92C62}"/>
                  </a:ext>
                </a:extLst>
              </p:cNvPr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5" name="Google Shape;6235;p37">
                <a:extLst>
                  <a:ext uri="{FF2B5EF4-FFF2-40B4-BE49-F238E27FC236}">
                    <a16:creationId xmlns:a16="http://schemas.microsoft.com/office/drawing/2014/main" id="{C786C04C-6984-4038-F5C2-491821D2EE9F}"/>
                  </a:ext>
                </a:extLst>
              </p:cNvPr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6" name="Google Shape;6236;p37">
                <a:extLst>
                  <a:ext uri="{FF2B5EF4-FFF2-40B4-BE49-F238E27FC236}">
                    <a16:creationId xmlns:a16="http://schemas.microsoft.com/office/drawing/2014/main" id="{7F59DE3A-2CA6-F79F-0870-4F55EADD709A}"/>
                  </a:ext>
                </a:extLst>
              </p:cNvPr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7" name="Google Shape;6237;p37">
                <a:extLst>
                  <a:ext uri="{FF2B5EF4-FFF2-40B4-BE49-F238E27FC236}">
                    <a16:creationId xmlns:a16="http://schemas.microsoft.com/office/drawing/2014/main" id="{A94B85E3-01BF-9155-C822-47B321562F61}"/>
                  </a:ext>
                </a:extLst>
              </p:cNvPr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8" name="Google Shape;6238;p37">
                <a:extLst>
                  <a:ext uri="{FF2B5EF4-FFF2-40B4-BE49-F238E27FC236}">
                    <a16:creationId xmlns:a16="http://schemas.microsoft.com/office/drawing/2014/main" id="{88344AC2-B5C9-1B26-A290-181AB976D42A}"/>
                  </a:ext>
                </a:extLst>
              </p:cNvPr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9" name="Google Shape;6239;p37">
                <a:extLst>
                  <a:ext uri="{FF2B5EF4-FFF2-40B4-BE49-F238E27FC236}">
                    <a16:creationId xmlns:a16="http://schemas.microsoft.com/office/drawing/2014/main" id="{B326D657-90BC-7310-3C19-694B26ACE882}"/>
                  </a:ext>
                </a:extLst>
              </p:cNvPr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0" name="Google Shape;6240;p37">
                <a:extLst>
                  <a:ext uri="{FF2B5EF4-FFF2-40B4-BE49-F238E27FC236}">
                    <a16:creationId xmlns:a16="http://schemas.microsoft.com/office/drawing/2014/main" id="{351FD0E2-B755-0BEC-A1A5-94F529F27098}"/>
                  </a:ext>
                </a:extLst>
              </p:cNvPr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1" name="Google Shape;6241;p37">
                <a:extLst>
                  <a:ext uri="{FF2B5EF4-FFF2-40B4-BE49-F238E27FC236}">
                    <a16:creationId xmlns:a16="http://schemas.microsoft.com/office/drawing/2014/main" id="{96FFC42C-843A-99EE-7003-0865E63FD2C3}"/>
                  </a:ext>
                </a:extLst>
              </p:cNvPr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2" name="Google Shape;6242;p37">
                <a:extLst>
                  <a:ext uri="{FF2B5EF4-FFF2-40B4-BE49-F238E27FC236}">
                    <a16:creationId xmlns:a16="http://schemas.microsoft.com/office/drawing/2014/main" id="{F2C94EF9-EAC6-17CC-7EF6-0C557A494D33}"/>
                  </a:ext>
                </a:extLst>
              </p:cNvPr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3" name="Google Shape;6243;p37">
                <a:extLst>
                  <a:ext uri="{FF2B5EF4-FFF2-40B4-BE49-F238E27FC236}">
                    <a16:creationId xmlns:a16="http://schemas.microsoft.com/office/drawing/2014/main" id="{6BCC2058-46D9-AA8C-AAAC-F4BF55B0D33C}"/>
                  </a:ext>
                </a:extLst>
              </p:cNvPr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4" name="Google Shape;6244;p37">
                <a:extLst>
                  <a:ext uri="{FF2B5EF4-FFF2-40B4-BE49-F238E27FC236}">
                    <a16:creationId xmlns:a16="http://schemas.microsoft.com/office/drawing/2014/main" id="{DD614D62-88BF-231D-A32B-89D679623236}"/>
                  </a:ext>
                </a:extLst>
              </p:cNvPr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5" name="Google Shape;6245;p37">
                <a:extLst>
                  <a:ext uri="{FF2B5EF4-FFF2-40B4-BE49-F238E27FC236}">
                    <a16:creationId xmlns:a16="http://schemas.microsoft.com/office/drawing/2014/main" id="{E85D461A-B56B-CAEE-8A7E-4C2CA0448A53}"/>
                  </a:ext>
                </a:extLst>
              </p:cNvPr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6" name="Google Shape;6246;p37">
                <a:extLst>
                  <a:ext uri="{FF2B5EF4-FFF2-40B4-BE49-F238E27FC236}">
                    <a16:creationId xmlns:a16="http://schemas.microsoft.com/office/drawing/2014/main" id="{C5B3111F-A9FF-7D86-1DFB-6846F350F4DD}"/>
                  </a:ext>
                </a:extLst>
              </p:cNvPr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7" name="Google Shape;6247;p37">
                <a:extLst>
                  <a:ext uri="{FF2B5EF4-FFF2-40B4-BE49-F238E27FC236}">
                    <a16:creationId xmlns:a16="http://schemas.microsoft.com/office/drawing/2014/main" id="{E6F3FFC3-70DE-FFBB-0EEE-98D3075AC5C6}"/>
                  </a:ext>
                </a:extLst>
              </p:cNvPr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8" name="Google Shape;6248;p37">
                <a:extLst>
                  <a:ext uri="{FF2B5EF4-FFF2-40B4-BE49-F238E27FC236}">
                    <a16:creationId xmlns:a16="http://schemas.microsoft.com/office/drawing/2014/main" id="{B08C8383-B04E-1CF6-BE52-66D287FC619C}"/>
                  </a:ext>
                </a:extLst>
              </p:cNvPr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9" name="Google Shape;6249;p37">
                <a:extLst>
                  <a:ext uri="{FF2B5EF4-FFF2-40B4-BE49-F238E27FC236}">
                    <a16:creationId xmlns:a16="http://schemas.microsoft.com/office/drawing/2014/main" id="{C4286261-BB68-8EC5-767C-6914FF357643}"/>
                  </a:ext>
                </a:extLst>
              </p:cNvPr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0" name="Google Shape;6250;p37">
                <a:extLst>
                  <a:ext uri="{FF2B5EF4-FFF2-40B4-BE49-F238E27FC236}">
                    <a16:creationId xmlns:a16="http://schemas.microsoft.com/office/drawing/2014/main" id="{5EA31712-CA56-BE4B-FC18-1292CEAAECF9}"/>
                  </a:ext>
                </a:extLst>
              </p:cNvPr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1" name="Google Shape;6251;p37">
                <a:extLst>
                  <a:ext uri="{FF2B5EF4-FFF2-40B4-BE49-F238E27FC236}">
                    <a16:creationId xmlns:a16="http://schemas.microsoft.com/office/drawing/2014/main" id="{6D3CF943-2B62-AAFC-0ECD-94C25AA86591}"/>
                  </a:ext>
                </a:extLst>
              </p:cNvPr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2" name="Google Shape;6252;p37">
                <a:extLst>
                  <a:ext uri="{FF2B5EF4-FFF2-40B4-BE49-F238E27FC236}">
                    <a16:creationId xmlns:a16="http://schemas.microsoft.com/office/drawing/2014/main" id="{9660C120-AC6E-4682-A9BC-BAB13212913D}"/>
                  </a:ext>
                </a:extLst>
              </p:cNvPr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3" name="Google Shape;6253;p37">
                <a:extLst>
                  <a:ext uri="{FF2B5EF4-FFF2-40B4-BE49-F238E27FC236}">
                    <a16:creationId xmlns:a16="http://schemas.microsoft.com/office/drawing/2014/main" id="{8979C97A-41EC-DD29-1FD4-FAE22F87EDE3}"/>
                  </a:ext>
                </a:extLst>
              </p:cNvPr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4" name="Google Shape;6254;p37">
                <a:extLst>
                  <a:ext uri="{FF2B5EF4-FFF2-40B4-BE49-F238E27FC236}">
                    <a16:creationId xmlns:a16="http://schemas.microsoft.com/office/drawing/2014/main" id="{2CF060BA-93D9-49CA-FDC7-746177DDD2AA}"/>
                  </a:ext>
                </a:extLst>
              </p:cNvPr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5" name="Google Shape;6255;p37">
                <a:extLst>
                  <a:ext uri="{FF2B5EF4-FFF2-40B4-BE49-F238E27FC236}">
                    <a16:creationId xmlns:a16="http://schemas.microsoft.com/office/drawing/2014/main" id="{C95F5B50-B6EA-0601-7E71-8BF04165530C}"/>
                  </a:ext>
                </a:extLst>
              </p:cNvPr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6" name="Google Shape;6256;p37">
                <a:extLst>
                  <a:ext uri="{FF2B5EF4-FFF2-40B4-BE49-F238E27FC236}">
                    <a16:creationId xmlns:a16="http://schemas.microsoft.com/office/drawing/2014/main" id="{DC79D0F9-B76D-FFC6-5C3C-5D10CAA3FA41}"/>
                  </a:ext>
                </a:extLst>
              </p:cNvPr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7" name="Google Shape;6257;p37">
                <a:extLst>
                  <a:ext uri="{FF2B5EF4-FFF2-40B4-BE49-F238E27FC236}">
                    <a16:creationId xmlns:a16="http://schemas.microsoft.com/office/drawing/2014/main" id="{A387249D-613E-8D1F-E4BE-1CB3DCC16A6F}"/>
                  </a:ext>
                </a:extLst>
              </p:cNvPr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8" name="Google Shape;6258;p37">
                <a:extLst>
                  <a:ext uri="{FF2B5EF4-FFF2-40B4-BE49-F238E27FC236}">
                    <a16:creationId xmlns:a16="http://schemas.microsoft.com/office/drawing/2014/main" id="{B2230048-3383-6B81-A0ED-FF7018631877}"/>
                  </a:ext>
                </a:extLst>
              </p:cNvPr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59" name="Google Shape;6259;p37">
              <a:extLst>
                <a:ext uri="{FF2B5EF4-FFF2-40B4-BE49-F238E27FC236}">
                  <a16:creationId xmlns:a16="http://schemas.microsoft.com/office/drawing/2014/main" id="{FCB5921A-CB64-3C12-F763-3189C81F6062}"/>
                </a:ext>
              </a:extLst>
            </p:cNvPr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6260" name="Google Shape;6260;p37">
                <a:extLst>
                  <a:ext uri="{FF2B5EF4-FFF2-40B4-BE49-F238E27FC236}">
                    <a16:creationId xmlns:a16="http://schemas.microsoft.com/office/drawing/2014/main" id="{212103F7-9800-FCAF-6D2B-1BB0C0C63BB8}"/>
                  </a:ext>
                </a:extLst>
              </p:cNvPr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1" name="Google Shape;6261;p37">
                <a:extLst>
                  <a:ext uri="{FF2B5EF4-FFF2-40B4-BE49-F238E27FC236}">
                    <a16:creationId xmlns:a16="http://schemas.microsoft.com/office/drawing/2014/main" id="{D36DAB3B-9C88-5C02-DDAC-BEFE0F297C61}"/>
                  </a:ext>
                </a:extLst>
              </p:cNvPr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2" name="Google Shape;6262;p37">
                <a:extLst>
                  <a:ext uri="{FF2B5EF4-FFF2-40B4-BE49-F238E27FC236}">
                    <a16:creationId xmlns:a16="http://schemas.microsoft.com/office/drawing/2014/main" id="{E2A90121-CC81-5775-5510-C801374085D7}"/>
                  </a:ext>
                </a:extLst>
              </p:cNvPr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3" name="Google Shape;6263;p37">
                <a:extLst>
                  <a:ext uri="{FF2B5EF4-FFF2-40B4-BE49-F238E27FC236}">
                    <a16:creationId xmlns:a16="http://schemas.microsoft.com/office/drawing/2014/main" id="{4A97FA8F-2D23-2C0F-CDB5-D475EFD126AB}"/>
                  </a:ext>
                </a:extLst>
              </p:cNvPr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4" name="Google Shape;6264;p37">
                <a:extLst>
                  <a:ext uri="{FF2B5EF4-FFF2-40B4-BE49-F238E27FC236}">
                    <a16:creationId xmlns:a16="http://schemas.microsoft.com/office/drawing/2014/main" id="{E68EA3CE-6323-39DF-13DC-28F107C2AA98}"/>
                  </a:ext>
                </a:extLst>
              </p:cNvPr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5" name="Google Shape;6265;p37">
                <a:extLst>
                  <a:ext uri="{FF2B5EF4-FFF2-40B4-BE49-F238E27FC236}">
                    <a16:creationId xmlns:a16="http://schemas.microsoft.com/office/drawing/2014/main" id="{5C3308F7-C59F-9FB5-FA39-3683B6C117DE}"/>
                  </a:ext>
                </a:extLst>
              </p:cNvPr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6" name="Google Shape;6266;p37">
                <a:extLst>
                  <a:ext uri="{FF2B5EF4-FFF2-40B4-BE49-F238E27FC236}">
                    <a16:creationId xmlns:a16="http://schemas.microsoft.com/office/drawing/2014/main" id="{F05EB871-3FC8-33DB-48A6-BBC52C6BC2C8}"/>
                  </a:ext>
                </a:extLst>
              </p:cNvPr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7" name="Google Shape;6267;p37">
                <a:extLst>
                  <a:ext uri="{FF2B5EF4-FFF2-40B4-BE49-F238E27FC236}">
                    <a16:creationId xmlns:a16="http://schemas.microsoft.com/office/drawing/2014/main" id="{A446A6CD-1396-7255-08EA-2E3C24C2D23D}"/>
                  </a:ext>
                </a:extLst>
              </p:cNvPr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8" name="Google Shape;6268;p37">
                <a:extLst>
                  <a:ext uri="{FF2B5EF4-FFF2-40B4-BE49-F238E27FC236}">
                    <a16:creationId xmlns:a16="http://schemas.microsoft.com/office/drawing/2014/main" id="{C77F8582-A3E7-B12E-4264-B48B57BEC7BB}"/>
                  </a:ext>
                </a:extLst>
              </p:cNvPr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9" name="Google Shape;6269;p37">
                <a:extLst>
                  <a:ext uri="{FF2B5EF4-FFF2-40B4-BE49-F238E27FC236}">
                    <a16:creationId xmlns:a16="http://schemas.microsoft.com/office/drawing/2014/main" id="{ECADA2B3-B7A7-444B-2D40-5410D286B8EB}"/>
                  </a:ext>
                </a:extLst>
              </p:cNvPr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0" name="Google Shape;6270;p37">
                <a:extLst>
                  <a:ext uri="{FF2B5EF4-FFF2-40B4-BE49-F238E27FC236}">
                    <a16:creationId xmlns:a16="http://schemas.microsoft.com/office/drawing/2014/main" id="{8F153BB9-85F3-6CF9-2CA7-A7061E1F617E}"/>
                  </a:ext>
                </a:extLst>
              </p:cNvPr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1" name="Google Shape;6271;p37">
                <a:extLst>
                  <a:ext uri="{FF2B5EF4-FFF2-40B4-BE49-F238E27FC236}">
                    <a16:creationId xmlns:a16="http://schemas.microsoft.com/office/drawing/2014/main" id="{0AA7797D-A347-9C62-AC96-E98523D00977}"/>
                  </a:ext>
                </a:extLst>
              </p:cNvPr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2" name="Google Shape;6272;p37">
                <a:extLst>
                  <a:ext uri="{FF2B5EF4-FFF2-40B4-BE49-F238E27FC236}">
                    <a16:creationId xmlns:a16="http://schemas.microsoft.com/office/drawing/2014/main" id="{9372E8BB-66E7-4BC5-C180-7AE4BAF1B1C6}"/>
                  </a:ext>
                </a:extLst>
              </p:cNvPr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3" name="Google Shape;6273;p37">
                <a:extLst>
                  <a:ext uri="{FF2B5EF4-FFF2-40B4-BE49-F238E27FC236}">
                    <a16:creationId xmlns:a16="http://schemas.microsoft.com/office/drawing/2014/main" id="{04179E68-FF1E-16AD-36B9-49F737079AEE}"/>
                  </a:ext>
                </a:extLst>
              </p:cNvPr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4" name="Google Shape;6274;p37">
                <a:extLst>
                  <a:ext uri="{FF2B5EF4-FFF2-40B4-BE49-F238E27FC236}">
                    <a16:creationId xmlns:a16="http://schemas.microsoft.com/office/drawing/2014/main" id="{9B6425C4-7C0B-19BD-5BF9-71DDE5F167A6}"/>
                  </a:ext>
                </a:extLst>
              </p:cNvPr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5" name="Google Shape;6275;p37">
                <a:extLst>
                  <a:ext uri="{FF2B5EF4-FFF2-40B4-BE49-F238E27FC236}">
                    <a16:creationId xmlns:a16="http://schemas.microsoft.com/office/drawing/2014/main" id="{6F2FF390-98DA-458F-5AC6-468E99450946}"/>
                  </a:ext>
                </a:extLst>
              </p:cNvPr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6" name="Google Shape;6276;p37">
                <a:extLst>
                  <a:ext uri="{FF2B5EF4-FFF2-40B4-BE49-F238E27FC236}">
                    <a16:creationId xmlns:a16="http://schemas.microsoft.com/office/drawing/2014/main" id="{855D863D-9F09-39F5-9977-0A69EEEEA32A}"/>
                  </a:ext>
                </a:extLst>
              </p:cNvPr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7" name="Google Shape;6277;p37">
                <a:extLst>
                  <a:ext uri="{FF2B5EF4-FFF2-40B4-BE49-F238E27FC236}">
                    <a16:creationId xmlns:a16="http://schemas.microsoft.com/office/drawing/2014/main" id="{A475A912-4366-D333-0696-9F57D5CD40F2}"/>
                  </a:ext>
                </a:extLst>
              </p:cNvPr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8" name="Google Shape;6278;p37">
                <a:extLst>
                  <a:ext uri="{FF2B5EF4-FFF2-40B4-BE49-F238E27FC236}">
                    <a16:creationId xmlns:a16="http://schemas.microsoft.com/office/drawing/2014/main" id="{05C8E411-1E24-FD74-F7C7-F2BCFA721657}"/>
                  </a:ext>
                </a:extLst>
              </p:cNvPr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9" name="Google Shape;6279;p37">
                <a:extLst>
                  <a:ext uri="{FF2B5EF4-FFF2-40B4-BE49-F238E27FC236}">
                    <a16:creationId xmlns:a16="http://schemas.microsoft.com/office/drawing/2014/main" id="{60C5CDC7-2E88-FE57-5599-5F50AFD969D3}"/>
                  </a:ext>
                </a:extLst>
              </p:cNvPr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0" name="Google Shape;6280;p37">
                <a:extLst>
                  <a:ext uri="{FF2B5EF4-FFF2-40B4-BE49-F238E27FC236}">
                    <a16:creationId xmlns:a16="http://schemas.microsoft.com/office/drawing/2014/main" id="{BAB53986-06CA-3C04-135F-418BC396BAF3}"/>
                  </a:ext>
                </a:extLst>
              </p:cNvPr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1" name="Google Shape;6281;p37">
                <a:extLst>
                  <a:ext uri="{FF2B5EF4-FFF2-40B4-BE49-F238E27FC236}">
                    <a16:creationId xmlns:a16="http://schemas.microsoft.com/office/drawing/2014/main" id="{F1EE6093-45A3-BC38-7DD1-F0C7E9CBC0E5}"/>
                  </a:ext>
                </a:extLst>
              </p:cNvPr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2" name="Google Shape;6282;p37">
                <a:extLst>
                  <a:ext uri="{FF2B5EF4-FFF2-40B4-BE49-F238E27FC236}">
                    <a16:creationId xmlns:a16="http://schemas.microsoft.com/office/drawing/2014/main" id="{51A96C69-55B3-D69A-8D11-9736E1ECB0A6}"/>
                  </a:ext>
                </a:extLst>
              </p:cNvPr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3" name="Google Shape;6283;p37">
                <a:extLst>
                  <a:ext uri="{FF2B5EF4-FFF2-40B4-BE49-F238E27FC236}">
                    <a16:creationId xmlns:a16="http://schemas.microsoft.com/office/drawing/2014/main" id="{A9967618-80D2-0FE7-9A79-4ADCD633461B}"/>
                  </a:ext>
                </a:extLst>
              </p:cNvPr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4" name="Google Shape;6284;p37">
                <a:extLst>
                  <a:ext uri="{FF2B5EF4-FFF2-40B4-BE49-F238E27FC236}">
                    <a16:creationId xmlns:a16="http://schemas.microsoft.com/office/drawing/2014/main" id="{8DD85BFF-D34C-A1BE-4CE6-2D67F52D7BAF}"/>
                  </a:ext>
                </a:extLst>
              </p:cNvPr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5" name="Google Shape;6285;p37">
                <a:extLst>
                  <a:ext uri="{FF2B5EF4-FFF2-40B4-BE49-F238E27FC236}">
                    <a16:creationId xmlns:a16="http://schemas.microsoft.com/office/drawing/2014/main" id="{97209A8A-5B85-9ADF-1373-7F41CFA7E99D}"/>
                  </a:ext>
                </a:extLst>
              </p:cNvPr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6" name="Google Shape;6286;p37">
                <a:extLst>
                  <a:ext uri="{FF2B5EF4-FFF2-40B4-BE49-F238E27FC236}">
                    <a16:creationId xmlns:a16="http://schemas.microsoft.com/office/drawing/2014/main" id="{63B1D514-04AF-D0A3-AF73-D84768A47414}"/>
                  </a:ext>
                </a:extLst>
              </p:cNvPr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7" name="Google Shape;6287;p37">
                <a:extLst>
                  <a:ext uri="{FF2B5EF4-FFF2-40B4-BE49-F238E27FC236}">
                    <a16:creationId xmlns:a16="http://schemas.microsoft.com/office/drawing/2014/main" id="{82FC3EE9-D1BB-3E86-7A91-E66D7EB50536}"/>
                  </a:ext>
                </a:extLst>
              </p:cNvPr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8" name="Google Shape;6288;p37">
                <a:extLst>
                  <a:ext uri="{FF2B5EF4-FFF2-40B4-BE49-F238E27FC236}">
                    <a16:creationId xmlns:a16="http://schemas.microsoft.com/office/drawing/2014/main" id="{EB83642B-321C-41EC-10E3-36F1EA1A6C7B}"/>
                  </a:ext>
                </a:extLst>
              </p:cNvPr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9" name="Google Shape;6289;p37">
                <a:extLst>
                  <a:ext uri="{FF2B5EF4-FFF2-40B4-BE49-F238E27FC236}">
                    <a16:creationId xmlns:a16="http://schemas.microsoft.com/office/drawing/2014/main" id="{C388BD32-D9C6-E501-965E-F7E300EA93BA}"/>
                  </a:ext>
                </a:extLst>
              </p:cNvPr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0" name="Google Shape;6290;p37">
                <a:extLst>
                  <a:ext uri="{FF2B5EF4-FFF2-40B4-BE49-F238E27FC236}">
                    <a16:creationId xmlns:a16="http://schemas.microsoft.com/office/drawing/2014/main" id="{15F4E2CB-C967-4A4A-404E-43670F171AEE}"/>
                  </a:ext>
                </a:extLst>
              </p:cNvPr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1" name="Google Shape;6291;p37">
                <a:extLst>
                  <a:ext uri="{FF2B5EF4-FFF2-40B4-BE49-F238E27FC236}">
                    <a16:creationId xmlns:a16="http://schemas.microsoft.com/office/drawing/2014/main" id="{94D73BBF-FBE0-7ADD-6131-4477FBAD4C81}"/>
                  </a:ext>
                </a:extLst>
              </p:cNvPr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2" name="Google Shape;6292;p37">
                <a:extLst>
                  <a:ext uri="{FF2B5EF4-FFF2-40B4-BE49-F238E27FC236}">
                    <a16:creationId xmlns:a16="http://schemas.microsoft.com/office/drawing/2014/main" id="{9F6CFEB9-A59E-48D5-5FCB-C61AFF1F4C22}"/>
                  </a:ext>
                </a:extLst>
              </p:cNvPr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3" name="Google Shape;6293;p37">
                <a:extLst>
                  <a:ext uri="{FF2B5EF4-FFF2-40B4-BE49-F238E27FC236}">
                    <a16:creationId xmlns:a16="http://schemas.microsoft.com/office/drawing/2014/main" id="{55B53B02-C217-7661-C6CE-A001B324372B}"/>
                  </a:ext>
                </a:extLst>
              </p:cNvPr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4" name="Google Shape;6294;p37">
                <a:extLst>
                  <a:ext uri="{FF2B5EF4-FFF2-40B4-BE49-F238E27FC236}">
                    <a16:creationId xmlns:a16="http://schemas.microsoft.com/office/drawing/2014/main" id="{F2B30C0B-01B0-1150-0468-8CB6C059568B}"/>
                  </a:ext>
                </a:extLst>
              </p:cNvPr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5" name="Google Shape;6295;p37">
                <a:extLst>
                  <a:ext uri="{FF2B5EF4-FFF2-40B4-BE49-F238E27FC236}">
                    <a16:creationId xmlns:a16="http://schemas.microsoft.com/office/drawing/2014/main" id="{EA4AEB2C-6E9A-802A-576E-1CCB55A3C071}"/>
                  </a:ext>
                </a:extLst>
              </p:cNvPr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6" name="Google Shape;6296;p37">
                <a:extLst>
                  <a:ext uri="{FF2B5EF4-FFF2-40B4-BE49-F238E27FC236}">
                    <a16:creationId xmlns:a16="http://schemas.microsoft.com/office/drawing/2014/main" id="{007AE54B-59D1-4DC3-A568-DD2B4C49CC3C}"/>
                  </a:ext>
                </a:extLst>
              </p:cNvPr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7" name="Google Shape;6297;p37">
                <a:extLst>
                  <a:ext uri="{FF2B5EF4-FFF2-40B4-BE49-F238E27FC236}">
                    <a16:creationId xmlns:a16="http://schemas.microsoft.com/office/drawing/2014/main" id="{003E6DE8-9729-6F3F-6FA6-E742C47C3A01}"/>
                  </a:ext>
                </a:extLst>
              </p:cNvPr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8" name="Google Shape;6298;p37">
                <a:extLst>
                  <a:ext uri="{FF2B5EF4-FFF2-40B4-BE49-F238E27FC236}">
                    <a16:creationId xmlns:a16="http://schemas.microsoft.com/office/drawing/2014/main" id="{BE5AB491-7BFA-118C-E423-0DC19FA41CE6}"/>
                  </a:ext>
                </a:extLst>
              </p:cNvPr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9" name="Google Shape;6299;p37">
                <a:extLst>
                  <a:ext uri="{FF2B5EF4-FFF2-40B4-BE49-F238E27FC236}">
                    <a16:creationId xmlns:a16="http://schemas.microsoft.com/office/drawing/2014/main" id="{24468D63-A80B-6CC6-BFB1-BDA54CB87372}"/>
                  </a:ext>
                </a:extLst>
              </p:cNvPr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0" name="Google Shape;6300;p37">
                <a:extLst>
                  <a:ext uri="{FF2B5EF4-FFF2-40B4-BE49-F238E27FC236}">
                    <a16:creationId xmlns:a16="http://schemas.microsoft.com/office/drawing/2014/main" id="{8299C0BA-19F0-B29F-F194-863892C9C7BD}"/>
                  </a:ext>
                </a:extLst>
              </p:cNvPr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1" name="Google Shape;6301;p37">
                <a:extLst>
                  <a:ext uri="{FF2B5EF4-FFF2-40B4-BE49-F238E27FC236}">
                    <a16:creationId xmlns:a16="http://schemas.microsoft.com/office/drawing/2014/main" id="{A7B91DC8-ECEE-9D4C-7C90-1FA0CD64462C}"/>
                  </a:ext>
                </a:extLst>
              </p:cNvPr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2" name="Google Shape;6302;p37">
                <a:extLst>
                  <a:ext uri="{FF2B5EF4-FFF2-40B4-BE49-F238E27FC236}">
                    <a16:creationId xmlns:a16="http://schemas.microsoft.com/office/drawing/2014/main" id="{9233D480-6BC3-C9A1-AD1F-4739AC2D1723}"/>
                  </a:ext>
                </a:extLst>
              </p:cNvPr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3" name="Google Shape;6303;p37">
                <a:extLst>
                  <a:ext uri="{FF2B5EF4-FFF2-40B4-BE49-F238E27FC236}">
                    <a16:creationId xmlns:a16="http://schemas.microsoft.com/office/drawing/2014/main" id="{308B5667-AA7C-C15E-6EB8-7301880CB78D}"/>
                  </a:ext>
                </a:extLst>
              </p:cNvPr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4" name="Google Shape;6304;p37">
                <a:extLst>
                  <a:ext uri="{FF2B5EF4-FFF2-40B4-BE49-F238E27FC236}">
                    <a16:creationId xmlns:a16="http://schemas.microsoft.com/office/drawing/2014/main" id="{9B7E7071-97D8-F467-5551-8231ACFFABAB}"/>
                  </a:ext>
                </a:extLst>
              </p:cNvPr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5" name="Google Shape;6305;p37">
                <a:extLst>
                  <a:ext uri="{FF2B5EF4-FFF2-40B4-BE49-F238E27FC236}">
                    <a16:creationId xmlns:a16="http://schemas.microsoft.com/office/drawing/2014/main" id="{44B40CA9-F203-A536-26EA-956B4BDFCFB8}"/>
                  </a:ext>
                </a:extLst>
              </p:cNvPr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6" name="Google Shape;6306;p37">
                <a:extLst>
                  <a:ext uri="{FF2B5EF4-FFF2-40B4-BE49-F238E27FC236}">
                    <a16:creationId xmlns:a16="http://schemas.microsoft.com/office/drawing/2014/main" id="{7159DCC5-8EFF-796A-CBEC-BDA9434B1892}"/>
                  </a:ext>
                </a:extLst>
              </p:cNvPr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7" name="Google Shape;6307;p37">
                <a:extLst>
                  <a:ext uri="{FF2B5EF4-FFF2-40B4-BE49-F238E27FC236}">
                    <a16:creationId xmlns:a16="http://schemas.microsoft.com/office/drawing/2014/main" id="{CD0FCB50-0616-B499-5584-A267EEAD3102}"/>
                  </a:ext>
                </a:extLst>
              </p:cNvPr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8" name="Google Shape;6308;p37">
                <a:extLst>
                  <a:ext uri="{FF2B5EF4-FFF2-40B4-BE49-F238E27FC236}">
                    <a16:creationId xmlns:a16="http://schemas.microsoft.com/office/drawing/2014/main" id="{331A4414-0975-6657-F826-D538C43F6FC8}"/>
                  </a:ext>
                </a:extLst>
              </p:cNvPr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9" name="Google Shape;6309;p37">
                <a:extLst>
                  <a:ext uri="{FF2B5EF4-FFF2-40B4-BE49-F238E27FC236}">
                    <a16:creationId xmlns:a16="http://schemas.microsoft.com/office/drawing/2014/main" id="{5C9B44C6-4267-2914-E8EA-2B02880CB93C}"/>
                  </a:ext>
                </a:extLst>
              </p:cNvPr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0" name="Google Shape;6310;p37">
                <a:extLst>
                  <a:ext uri="{FF2B5EF4-FFF2-40B4-BE49-F238E27FC236}">
                    <a16:creationId xmlns:a16="http://schemas.microsoft.com/office/drawing/2014/main" id="{B1B0CB2A-DF71-0D11-FEF9-C8F18BFE8DAD}"/>
                  </a:ext>
                </a:extLst>
              </p:cNvPr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1" name="Google Shape;6311;p37">
                <a:extLst>
                  <a:ext uri="{FF2B5EF4-FFF2-40B4-BE49-F238E27FC236}">
                    <a16:creationId xmlns:a16="http://schemas.microsoft.com/office/drawing/2014/main" id="{B4906809-6842-C4BD-25B7-FDE449AD4599}"/>
                  </a:ext>
                </a:extLst>
              </p:cNvPr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2" name="Google Shape;6312;p37">
                <a:extLst>
                  <a:ext uri="{FF2B5EF4-FFF2-40B4-BE49-F238E27FC236}">
                    <a16:creationId xmlns:a16="http://schemas.microsoft.com/office/drawing/2014/main" id="{FEF4D84D-F705-E12B-0A23-9E72527B9954}"/>
                  </a:ext>
                </a:extLst>
              </p:cNvPr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3" name="Google Shape;6313;p37">
                <a:extLst>
                  <a:ext uri="{FF2B5EF4-FFF2-40B4-BE49-F238E27FC236}">
                    <a16:creationId xmlns:a16="http://schemas.microsoft.com/office/drawing/2014/main" id="{37930F76-DD9E-F8F1-685D-05B85D655CA3}"/>
                  </a:ext>
                </a:extLst>
              </p:cNvPr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4" name="Google Shape;6314;p37">
                <a:extLst>
                  <a:ext uri="{FF2B5EF4-FFF2-40B4-BE49-F238E27FC236}">
                    <a16:creationId xmlns:a16="http://schemas.microsoft.com/office/drawing/2014/main" id="{D5B31950-76D6-7EEA-74C7-C2D1200483D9}"/>
                  </a:ext>
                </a:extLst>
              </p:cNvPr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15" name="Google Shape;6315;p37">
              <a:extLst>
                <a:ext uri="{FF2B5EF4-FFF2-40B4-BE49-F238E27FC236}">
                  <a16:creationId xmlns:a16="http://schemas.microsoft.com/office/drawing/2014/main" id="{41D5896A-B8E3-D11D-08BF-BFB58E1C5832}"/>
                </a:ext>
              </a:extLst>
            </p:cNvPr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6316" name="Google Shape;6316;p37">
                <a:extLst>
                  <a:ext uri="{FF2B5EF4-FFF2-40B4-BE49-F238E27FC236}">
                    <a16:creationId xmlns:a16="http://schemas.microsoft.com/office/drawing/2014/main" id="{BED7C3F2-715E-DAFC-939D-2DF558742055}"/>
                  </a:ext>
                </a:extLst>
              </p:cNvPr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7" name="Google Shape;6317;p37">
                <a:extLst>
                  <a:ext uri="{FF2B5EF4-FFF2-40B4-BE49-F238E27FC236}">
                    <a16:creationId xmlns:a16="http://schemas.microsoft.com/office/drawing/2014/main" id="{08F10924-4CE1-46EE-A2BF-A73F10EF75E9}"/>
                  </a:ext>
                </a:extLst>
              </p:cNvPr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8" name="Google Shape;6318;p37">
                <a:extLst>
                  <a:ext uri="{FF2B5EF4-FFF2-40B4-BE49-F238E27FC236}">
                    <a16:creationId xmlns:a16="http://schemas.microsoft.com/office/drawing/2014/main" id="{2922A310-2D99-F1AB-FAD0-C1FAA65D026A}"/>
                  </a:ext>
                </a:extLst>
              </p:cNvPr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9" name="Google Shape;6319;p37">
                <a:extLst>
                  <a:ext uri="{FF2B5EF4-FFF2-40B4-BE49-F238E27FC236}">
                    <a16:creationId xmlns:a16="http://schemas.microsoft.com/office/drawing/2014/main" id="{8B575CA2-ADD1-F19F-44C8-DBA28A332AEA}"/>
                  </a:ext>
                </a:extLst>
              </p:cNvPr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0" name="Google Shape;6320;p37">
                <a:extLst>
                  <a:ext uri="{FF2B5EF4-FFF2-40B4-BE49-F238E27FC236}">
                    <a16:creationId xmlns:a16="http://schemas.microsoft.com/office/drawing/2014/main" id="{321F480B-536E-0637-933F-AA440FE04341}"/>
                  </a:ext>
                </a:extLst>
              </p:cNvPr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1" name="Google Shape;6321;p37">
                <a:extLst>
                  <a:ext uri="{FF2B5EF4-FFF2-40B4-BE49-F238E27FC236}">
                    <a16:creationId xmlns:a16="http://schemas.microsoft.com/office/drawing/2014/main" id="{2D0E7008-2A2B-E34F-9110-0FE13A0ED2A9}"/>
                  </a:ext>
                </a:extLst>
              </p:cNvPr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2" name="Google Shape;6322;p37">
                <a:extLst>
                  <a:ext uri="{FF2B5EF4-FFF2-40B4-BE49-F238E27FC236}">
                    <a16:creationId xmlns:a16="http://schemas.microsoft.com/office/drawing/2014/main" id="{835E37B4-F5CC-4467-6F9F-550A26A123A7}"/>
                  </a:ext>
                </a:extLst>
              </p:cNvPr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3" name="Google Shape;6323;p37">
                <a:extLst>
                  <a:ext uri="{FF2B5EF4-FFF2-40B4-BE49-F238E27FC236}">
                    <a16:creationId xmlns:a16="http://schemas.microsoft.com/office/drawing/2014/main" id="{13EFD4BD-A201-D8E0-EDB2-BCD9633C07B8}"/>
                  </a:ext>
                </a:extLst>
              </p:cNvPr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4" name="Google Shape;6324;p37">
                <a:extLst>
                  <a:ext uri="{FF2B5EF4-FFF2-40B4-BE49-F238E27FC236}">
                    <a16:creationId xmlns:a16="http://schemas.microsoft.com/office/drawing/2014/main" id="{494D2CE2-D1E6-155C-D447-597641418E30}"/>
                  </a:ext>
                </a:extLst>
              </p:cNvPr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5" name="Google Shape;6325;p37">
                <a:extLst>
                  <a:ext uri="{FF2B5EF4-FFF2-40B4-BE49-F238E27FC236}">
                    <a16:creationId xmlns:a16="http://schemas.microsoft.com/office/drawing/2014/main" id="{CA823C79-7DE5-7F37-351B-7AEC084E490D}"/>
                  </a:ext>
                </a:extLst>
              </p:cNvPr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6" name="Google Shape;6326;p37">
                <a:extLst>
                  <a:ext uri="{FF2B5EF4-FFF2-40B4-BE49-F238E27FC236}">
                    <a16:creationId xmlns:a16="http://schemas.microsoft.com/office/drawing/2014/main" id="{25989414-DC12-FD44-7C6D-4CD80EB60C85}"/>
                  </a:ext>
                </a:extLst>
              </p:cNvPr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7" name="Google Shape;6327;p37">
                <a:extLst>
                  <a:ext uri="{FF2B5EF4-FFF2-40B4-BE49-F238E27FC236}">
                    <a16:creationId xmlns:a16="http://schemas.microsoft.com/office/drawing/2014/main" id="{C1CF531C-AD24-46AB-F2AF-38D20C6E2BE7}"/>
                  </a:ext>
                </a:extLst>
              </p:cNvPr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8" name="Google Shape;6328;p37">
                <a:extLst>
                  <a:ext uri="{FF2B5EF4-FFF2-40B4-BE49-F238E27FC236}">
                    <a16:creationId xmlns:a16="http://schemas.microsoft.com/office/drawing/2014/main" id="{DF58EC87-BC52-7FFF-4942-B75202CEEFF7}"/>
                  </a:ext>
                </a:extLst>
              </p:cNvPr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9" name="Google Shape;6329;p37">
                <a:extLst>
                  <a:ext uri="{FF2B5EF4-FFF2-40B4-BE49-F238E27FC236}">
                    <a16:creationId xmlns:a16="http://schemas.microsoft.com/office/drawing/2014/main" id="{DD749C5B-9CFE-E2F7-0DBA-C2E4AB11A9B7}"/>
                  </a:ext>
                </a:extLst>
              </p:cNvPr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0" name="Google Shape;6330;p37">
                <a:extLst>
                  <a:ext uri="{FF2B5EF4-FFF2-40B4-BE49-F238E27FC236}">
                    <a16:creationId xmlns:a16="http://schemas.microsoft.com/office/drawing/2014/main" id="{2EF1DC7A-1976-B447-F207-426C65D3A67A}"/>
                  </a:ext>
                </a:extLst>
              </p:cNvPr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1" name="Google Shape;6331;p37">
                <a:extLst>
                  <a:ext uri="{FF2B5EF4-FFF2-40B4-BE49-F238E27FC236}">
                    <a16:creationId xmlns:a16="http://schemas.microsoft.com/office/drawing/2014/main" id="{AB25A865-F05C-C04E-B52A-001B31685E5E}"/>
                  </a:ext>
                </a:extLst>
              </p:cNvPr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2" name="Google Shape;6332;p37">
                <a:extLst>
                  <a:ext uri="{FF2B5EF4-FFF2-40B4-BE49-F238E27FC236}">
                    <a16:creationId xmlns:a16="http://schemas.microsoft.com/office/drawing/2014/main" id="{9452CC0B-AC8A-7A12-36BA-0DCCF1D94358}"/>
                  </a:ext>
                </a:extLst>
              </p:cNvPr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3" name="Google Shape;6333;p37">
                <a:extLst>
                  <a:ext uri="{FF2B5EF4-FFF2-40B4-BE49-F238E27FC236}">
                    <a16:creationId xmlns:a16="http://schemas.microsoft.com/office/drawing/2014/main" id="{92EEFF35-452C-BEC3-69B6-AFAF50D72B64}"/>
                  </a:ext>
                </a:extLst>
              </p:cNvPr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4" name="Google Shape;6334;p37">
                <a:extLst>
                  <a:ext uri="{FF2B5EF4-FFF2-40B4-BE49-F238E27FC236}">
                    <a16:creationId xmlns:a16="http://schemas.microsoft.com/office/drawing/2014/main" id="{F27545BC-A26A-8A2D-4EE0-E7B6A5D610C9}"/>
                  </a:ext>
                </a:extLst>
              </p:cNvPr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5" name="Google Shape;6335;p37">
                <a:extLst>
                  <a:ext uri="{FF2B5EF4-FFF2-40B4-BE49-F238E27FC236}">
                    <a16:creationId xmlns:a16="http://schemas.microsoft.com/office/drawing/2014/main" id="{1D21B238-2155-4721-E20D-2226FCEED9F7}"/>
                  </a:ext>
                </a:extLst>
              </p:cNvPr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6" name="Google Shape;6336;p37">
                <a:extLst>
                  <a:ext uri="{FF2B5EF4-FFF2-40B4-BE49-F238E27FC236}">
                    <a16:creationId xmlns:a16="http://schemas.microsoft.com/office/drawing/2014/main" id="{2EEDC275-C623-A4A4-ACE5-2E816C5A861A}"/>
                  </a:ext>
                </a:extLst>
              </p:cNvPr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7" name="Google Shape;6337;p37">
                <a:extLst>
                  <a:ext uri="{FF2B5EF4-FFF2-40B4-BE49-F238E27FC236}">
                    <a16:creationId xmlns:a16="http://schemas.microsoft.com/office/drawing/2014/main" id="{2A4E21F4-9559-7E52-755A-6FF226C122E4}"/>
                  </a:ext>
                </a:extLst>
              </p:cNvPr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8" name="Google Shape;6338;p37">
                <a:extLst>
                  <a:ext uri="{FF2B5EF4-FFF2-40B4-BE49-F238E27FC236}">
                    <a16:creationId xmlns:a16="http://schemas.microsoft.com/office/drawing/2014/main" id="{2A5FA2E8-891D-AF7D-E150-D57C2EF80267}"/>
                  </a:ext>
                </a:extLst>
              </p:cNvPr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9" name="Google Shape;6339;p37">
                <a:extLst>
                  <a:ext uri="{FF2B5EF4-FFF2-40B4-BE49-F238E27FC236}">
                    <a16:creationId xmlns:a16="http://schemas.microsoft.com/office/drawing/2014/main" id="{EC95EE1F-C2B6-6754-13E8-2185B260E8BB}"/>
                  </a:ext>
                </a:extLst>
              </p:cNvPr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0" name="Google Shape;6340;p37">
                <a:extLst>
                  <a:ext uri="{FF2B5EF4-FFF2-40B4-BE49-F238E27FC236}">
                    <a16:creationId xmlns:a16="http://schemas.microsoft.com/office/drawing/2014/main" id="{CE1DCD35-5882-5AA8-FDCA-FD3583C46C6B}"/>
                  </a:ext>
                </a:extLst>
              </p:cNvPr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1" name="Google Shape;6341;p37">
                <a:extLst>
                  <a:ext uri="{FF2B5EF4-FFF2-40B4-BE49-F238E27FC236}">
                    <a16:creationId xmlns:a16="http://schemas.microsoft.com/office/drawing/2014/main" id="{E6E54132-9AE5-2D0A-A69D-1516820A9109}"/>
                  </a:ext>
                </a:extLst>
              </p:cNvPr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2" name="Google Shape;6342;p37">
                <a:extLst>
                  <a:ext uri="{FF2B5EF4-FFF2-40B4-BE49-F238E27FC236}">
                    <a16:creationId xmlns:a16="http://schemas.microsoft.com/office/drawing/2014/main" id="{42EA7C05-F239-E503-B05B-C732B27F46C8}"/>
                  </a:ext>
                </a:extLst>
              </p:cNvPr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3" name="Google Shape;6343;p37">
                <a:extLst>
                  <a:ext uri="{FF2B5EF4-FFF2-40B4-BE49-F238E27FC236}">
                    <a16:creationId xmlns:a16="http://schemas.microsoft.com/office/drawing/2014/main" id="{5F490B2D-1349-312B-B6D2-EDEA8C085831}"/>
                  </a:ext>
                </a:extLst>
              </p:cNvPr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4" name="Google Shape;6344;p37">
                <a:extLst>
                  <a:ext uri="{FF2B5EF4-FFF2-40B4-BE49-F238E27FC236}">
                    <a16:creationId xmlns:a16="http://schemas.microsoft.com/office/drawing/2014/main" id="{40888BC1-AE09-B0FF-9298-0F8439F71E7A}"/>
                  </a:ext>
                </a:extLst>
              </p:cNvPr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5" name="Google Shape;6345;p37">
                <a:extLst>
                  <a:ext uri="{FF2B5EF4-FFF2-40B4-BE49-F238E27FC236}">
                    <a16:creationId xmlns:a16="http://schemas.microsoft.com/office/drawing/2014/main" id="{DBB80033-9913-F273-A7B1-478041C94DA3}"/>
                  </a:ext>
                </a:extLst>
              </p:cNvPr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6" name="Google Shape;6346;p37">
                <a:extLst>
                  <a:ext uri="{FF2B5EF4-FFF2-40B4-BE49-F238E27FC236}">
                    <a16:creationId xmlns:a16="http://schemas.microsoft.com/office/drawing/2014/main" id="{64D43C81-BB61-23EF-84CE-7077FF78C65C}"/>
                  </a:ext>
                </a:extLst>
              </p:cNvPr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7" name="Google Shape;6347;p37">
                <a:extLst>
                  <a:ext uri="{FF2B5EF4-FFF2-40B4-BE49-F238E27FC236}">
                    <a16:creationId xmlns:a16="http://schemas.microsoft.com/office/drawing/2014/main" id="{B8851291-EFD3-187F-255A-DA8BB7FB4CE4}"/>
                  </a:ext>
                </a:extLst>
              </p:cNvPr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8" name="Google Shape;6348;p37">
                <a:extLst>
                  <a:ext uri="{FF2B5EF4-FFF2-40B4-BE49-F238E27FC236}">
                    <a16:creationId xmlns:a16="http://schemas.microsoft.com/office/drawing/2014/main" id="{81653F2C-17C8-60FF-906D-27309A15B9D5}"/>
                  </a:ext>
                </a:extLst>
              </p:cNvPr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9" name="Google Shape;6349;p37">
                <a:extLst>
                  <a:ext uri="{FF2B5EF4-FFF2-40B4-BE49-F238E27FC236}">
                    <a16:creationId xmlns:a16="http://schemas.microsoft.com/office/drawing/2014/main" id="{1C49DADA-64D7-621F-E504-9EAA8242307B}"/>
                  </a:ext>
                </a:extLst>
              </p:cNvPr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0" name="Google Shape;6350;p37">
                <a:extLst>
                  <a:ext uri="{FF2B5EF4-FFF2-40B4-BE49-F238E27FC236}">
                    <a16:creationId xmlns:a16="http://schemas.microsoft.com/office/drawing/2014/main" id="{D61B0472-A123-2643-C63E-E48E9FCE37B8}"/>
                  </a:ext>
                </a:extLst>
              </p:cNvPr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1" name="Google Shape;6351;p37">
                <a:extLst>
                  <a:ext uri="{FF2B5EF4-FFF2-40B4-BE49-F238E27FC236}">
                    <a16:creationId xmlns:a16="http://schemas.microsoft.com/office/drawing/2014/main" id="{E8968E3D-6CEF-6B80-63F8-7BA058B26A16}"/>
                  </a:ext>
                </a:extLst>
              </p:cNvPr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2" name="Google Shape;6352;p37">
                <a:extLst>
                  <a:ext uri="{FF2B5EF4-FFF2-40B4-BE49-F238E27FC236}">
                    <a16:creationId xmlns:a16="http://schemas.microsoft.com/office/drawing/2014/main" id="{5908CEB0-32DA-59C2-1221-BC8F15BDB8D5}"/>
                  </a:ext>
                </a:extLst>
              </p:cNvPr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3" name="Google Shape;6353;p37">
                <a:extLst>
                  <a:ext uri="{FF2B5EF4-FFF2-40B4-BE49-F238E27FC236}">
                    <a16:creationId xmlns:a16="http://schemas.microsoft.com/office/drawing/2014/main" id="{7128CC25-2C77-3821-1C05-10182B98F3A0}"/>
                  </a:ext>
                </a:extLst>
              </p:cNvPr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4" name="Google Shape;6354;p37">
                <a:extLst>
                  <a:ext uri="{FF2B5EF4-FFF2-40B4-BE49-F238E27FC236}">
                    <a16:creationId xmlns:a16="http://schemas.microsoft.com/office/drawing/2014/main" id="{8B9ECE1A-1AD3-F75D-1887-A702361936AD}"/>
                  </a:ext>
                </a:extLst>
              </p:cNvPr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5" name="Google Shape;6355;p37">
                <a:extLst>
                  <a:ext uri="{FF2B5EF4-FFF2-40B4-BE49-F238E27FC236}">
                    <a16:creationId xmlns:a16="http://schemas.microsoft.com/office/drawing/2014/main" id="{085F4D3C-ADB3-CC20-C195-0643DAF02026}"/>
                  </a:ext>
                </a:extLst>
              </p:cNvPr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6" name="Google Shape;6356;p37">
                <a:extLst>
                  <a:ext uri="{FF2B5EF4-FFF2-40B4-BE49-F238E27FC236}">
                    <a16:creationId xmlns:a16="http://schemas.microsoft.com/office/drawing/2014/main" id="{66262D11-538B-D4B9-0859-7C74D36E63CC}"/>
                  </a:ext>
                </a:extLst>
              </p:cNvPr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7" name="Google Shape;6357;p37">
                <a:extLst>
                  <a:ext uri="{FF2B5EF4-FFF2-40B4-BE49-F238E27FC236}">
                    <a16:creationId xmlns:a16="http://schemas.microsoft.com/office/drawing/2014/main" id="{679EB308-C73D-851D-E5B2-DD8BCE14C994}"/>
                  </a:ext>
                </a:extLst>
              </p:cNvPr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8" name="Google Shape;6358;p37">
                <a:extLst>
                  <a:ext uri="{FF2B5EF4-FFF2-40B4-BE49-F238E27FC236}">
                    <a16:creationId xmlns:a16="http://schemas.microsoft.com/office/drawing/2014/main" id="{B484CD70-38A1-6856-1A31-7D6C2CF95347}"/>
                  </a:ext>
                </a:extLst>
              </p:cNvPr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9" name="Google Shape;6359;p37">
                <a:extLst>
                  <a:ext uri="{FF2B5EF4-FFF2-40B4-BE49-F238E27FC236}">
                    <a16:creationId xmlns:a16="http://schemas.microsoft.com/office/drawing/2014/main" id="{6EF20685-F011-5B51-CAB0-2F070D11A46F}"/>
                  </a:ext>
                </a:extLst>
              </p:cNvPr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0" name="Google Shape;6360;p37">
                <a:extLst>
                  <a:ext uri="{FF2B5EF4-FFF2-40B4-BE49-F238E27FC236}">
                    <a16:creationId xmlns:a16="http://schemas.microsoft.com/office/drawing/2014/main" id="{30A6EA89-411D-D07B-8019-F1506CD2C062}"/>
                  </a:ext>
                </a:extLst>
              </p:cNvPr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1" name="Google Shape;6361;p37">
                <a:extLst>
                  <a:ext uri="{FF2B5EF4-FFF2-40B4-BE49-F238E27FC236}">
                    <a16:creationId xmlns:a16="http://schemas.microsoft.com/office/drawing/2014/main" id="{3DE040B1-3F02-20C8-10F2-843DB196EF6A}"/>
                  </a:ext>
                </a:extLst>
              </p:cNvPr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2" name="Google Shape;6362;p37">
                <a:extLst>
                  <a:ext uri="{FF2B5EF4-FFF2-40B4-BE49-F238E27FC236}">
                    <a16:creationId xmlns:a16="http://schemas.microsoft.com/office/drawing/2014/main" id="{FEFC9339-1233-4748-24AD-E34C709A808E}"/>
                  </a:ext>
                </a:extLst>
              </p:cNvPr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3" name="Google Shape;6363;p37">
                <a:extLst>
                  <a:ext uri="{FF2B5EF4-FFF2-40B4-BE49-F238E27FC236}">
                    <a16:creationId xmlns:a16="http://schemas.microsoft.com/office/drawing/2014/main" id="{13603A91-B2B5-F783-4434-F635BD5A44B7}"/>
                  </a:ext>
                </a:extLst>
              </p:cNvPr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4" name="Google Shape;6364;p37">
                <a:extLst>
                  <a:ext uri="{FF2B5EF4-FFF2-40B4-BE49-F238E27FC236}">
                    <a16:creationId xmlns:a16="http://schemas.microsoft.com/office/drawing/2014/main" id="{3AF533A3-4169-8530-C56A-97DC5EC10A2A}"/>
                  </a:ext>
                </a:extLst>
              </p:cNvPr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5" name="Google Shape;6365;p37">
                <a:extLst>
                  <a:ext uri="{FF2B5EF4-FFF2-40B4-BE49-F238E27FC236}">
                    <a16:creationId xmlns:a16="http://schemas.microsoft.com/office/drawing/2014/main" id="{59C8D41D-3795-78C5-7887-0B2E83E26D8D}"/>
                  </a:ext>
                </a:extLst>
              </p:cNvPr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6" name="Google Shape;6366;p37">
                <a:extLst>
                  <a:ext uri="{FF2B5EF4-FFF2-40B4-BE49-F238E27FC236}">
                    <a16:creationId xmlns:a16="http://schemas.microsoft.com/office/drawing/2014/main" id="{72751452-E1B6-D70F-7CF1-A3825849B667}"/>
                  </a:ext>
                </a:extLst>
              </p:cNvPr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7" name="Google Shape;6367;p37">
                <a:extLst>
                  <a:ext uri="{FF2B5EF4-FFF2-40B4-BE49-F238E27FC236}">
                    <a16:creationId xmlns:a16="http://schemas.microsoft.com/office/drawing/2014/main" id="{C733FF65-2DC6-A9E4-D89B-FDA2543DDBC0}"/>
                  </a:ext>
                </a:extLst>
              </p:cNvPr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8" name="Google Shape;6368;p37">
                <a:extLst>
                  <a:ext uri="{FF2B5EF4-FFF2-40B4-BE49-F238E27FC236}">
                    <a16:creationId xmlns:a16="http://schemas.microsoft.com/office/drawing/2014/main" id="{C7F49F39-8F25-9EE0-357A-AC3B6CE670EA}"/>
                  </a:ext>
                </a:extLst>
              </p:cNvPr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9" name="Google Shape;6369;p37">
              <a:extLst>
                <a:ext uri="{FF2B5EF4-FFF2-40B4-BE49-F238E27FC236}">
                  <a16:creationId xmlns:a16="http://schemas.microsoft.com/office/drawing/2014/main" id="{5B37DB0E-98EE-C6E5-B72B-34F529B8DF88}"/>
                </a:ext>
              </a:extLst>
            </p:cNvPr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6370" name="Google Shape;6370;p37">
                <a:extLst>
                  <a:ext uri="{FF2B5EF4-FFF2-40B4-BE49-F238E27FC236}">
                    <a16:creationId xmlns:a16="http://schemas.microsoft.com/office/drawing/2014/main" id="{740D1367-E078-CABF-5A3C-B92FB01E2C01}"/>
                  </a:ext>
                </a:extLst>
              </p:cNvPr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1" name="Google Shape;6371;p37">
                <a:extLst>
                  <a:ext uri="{FF2B5EF4-FFF2-40B4-BE49-F238E27FC236}">
                    <a16:creationId xmlns:a16="http://schemas.microsoft.com/office/drawing/2014/main" id="{C0B82F1D-D9A3-8ECD-6B0B-2CF1537F9F8A}"/>
                  </a:ext>
                </a:extLst>
              </p:cNvPr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2" name="Google Shape;6372;p37">
                <a:extLst>
                  <a:ext uri="{FF2B5EF4-FFF2-40B4-BE49-F238E27FC236}">
                    <a16:creationId xmlns:a16="http://schemas.microsoft.com/office/drawing/2014/main" id="{449F71E8-A530-DF36-CC13-B8D252467A42}"/>
                  </a:ext>
                </a:extLst>
              </p:cNvPr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3" name="Google Shape;6373;p37">
                <a:extLst>
                  <a:ext uri="{FF2B5EF4-FFF2-40B4-BE49-F238E27FC236}">
                    <a16:creationId xmlns:a16="http://schemas.microsoft.com/office/drawing/2014/main" id="{457200A7-7F30-1FEB-3A8E-1986D06038EE}"/>
                  </a:ext>
                </a:extLst>
              </p:cNvPr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4" name="Google Shape;6374;p37">
                <a:extLst>
                  <a:ext uri="{FF2B5EF4-FFF2-40B4-BE49-F238E27FC236}">
                    <a16:creationId xmlns:a16="http://schemas.microsoft.com/office/drawing/2014/main" id="{B1848F11-23A1-BE04-76C8-478745123198}"/>
                  </a:ext>
                </a:extLst>
              </p:cNvPr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5" name="Google Shape;6375;p37">
                <a:extLst>
                  <a:ext uri="{FF2B5EF4-FFF2-40B4-BE49-F238E27FC236}">
                    <a16:creationId xmlns:a16="http://schemas.microsoft.com/office/drawing/2014/main" id="{C52E2849-73E2-025E-3822-F2EE95526959}"/>
                  </a:ext>
                </a:extLst>
              </p:cNvPr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6" name="Google Shape;6376;p37">
                <a:extLst>
                  <a:ext uri="{FF2B5EF4-FFF2-40B4-BE49-F238E27FC236}">
                    <a16:creationId xmlns:a16="http://schemas.microsoft.com/office/drawing/2014/main" id="{3ADB4417-B428-B4A8-6CEE-0EB1C89A4D84}"/>
                  </a:ext>
                </a:extLst>
              </p:cNvPr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7" name="Google Shape;6377;p37">
                <a:extLst>
                  <a:ext uri="{FF2B5EF4-FFF2-40B4-BE49-F238E27FC236}">
                    <a16:creationId xmlns:a16="http://schemas.microsoft.com/office/drawing/2014/main" id="{9402B926-5310-0A8D-1683-2DC06F574099}"/>
                  </a:ext>
                </a:extLst>
              </p:cNvPr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8" name="Google Shape;6378;p37">
                <a:extLst>
                  <a:ext uri="{FF2B5EF4-FFF2-40B4-BE49-F238E27FC236}">
                    <a16:creationId xmlns:a16="http://schemas.microsoft.com/office/drawing/2014/main" id="{91D653AF-9A4F-A1CE-685C-0A04D26C3ADF}"/>
                  </a:ext>
                </a:extLst>
              </p:cNvPr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9" name="Google Shape;6379;p37">
                <a:extLst>
                  <a:ext uri="{FF2B5EF4-FFF2-40B4-BE49-F238E27FC236}">
                    <a16:creationId xmlns:a16="http://schemas.microsoft.com/office/drawing/2014/main" id="{471829D7-4BE4-D157-D35F-1DB1C9F1D4FB}"/>
                  </a:ext>
                </a:extLst>
              </p:cNvPr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0" name="Google Shape;6380;p37">
                <a:extLst>
                  <a:ext uri="{FF2B5EF4-FFF2-40B4-BE49-F238E27FC236}">
                    <a16:creationId xmlns:a16="http://schemas.microsoft.com/office/drawing/2014/main" id="{E40FBE64-B851-7ACB-4360-D667F97D5E59}"/>
                  </a:ext>
                </a:extLst>
              </p:cNvPr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1" name="Google Shape;6381;p37">
                <a:extLst>
                  <a:ext uri="{FF2B5EF4-FFF2-40B4-BE49-F238E27FC236}">
                    <a16:creationId xmlns:a16="http://schemas.microsoft.com/office/drawing/2014/main" id="{2788709E-A936-3B70-E351-BEBA428DEA1E}"/>
                  </a:ext>
                </a:extLst>
              </p:cNvPr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2" name="Google Shape;6382;p37">
                <a:extLst>
                  <a:ext uri="{FF2B5EF4-FFF2-40B4-BE49-F238E27FC236}">
                    <a16:creationId xmlns:a16="http://schemas.microsoft.com/office/drawing/2014/main" id="{8E750956-A38A-6445-9FF1-588BB4E0FBF4}"/>
                  </a:ext>
                </a:extLst>
              </p:cNvPr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3" name="Google Shape;6383;p37">
                <a:extLst>
                  <a:ext uri="{FF2B5EF4-FFF2-40B4-BE49-F238E27FC236}">
                    <a16:creationId xmlns:a16="http://schemas.microsoft.com/office/drawing/2014/main" id="{CFFBDE85-A365-7271-EC2F-4DFB47268049}"/>
                  </a:ext>
                </a:extLst>
              </p:cNvPr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4" name="Google Shape;6384;p37">
                <a:extLst>
                  <a:ext uri="{FF2B5EF4-FFF2-40B4-BE49-F238E27FC236}">
                    <a16:creationId xmlns:a16="http://schemas.microsoft.com/office/drawing/2014/main" id="{95134931-5E93-5911-93C5-AC7A38E291B9}"/>
                  </a:ext>
                </a:extLst>
              </p:cNvPr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5" name="Google Shape;6385;p37">
                <a:extLst>
                  <a:ext uri="{FF2B5EF4-FFF2-40B4-BE49-F238E27FC236}">
                    <a16:creationId xmlns:a16="http://schemas.microsoft.com/office/drawing/2014/main" id="{D6744CA4-DABE-E2A5-CF5F-5DFA5DC8978F}"/>
                  </a:ext>
                </a:extLst>
              </p:cNvPr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6" name="Google Shape;6386;p37">
                <a:extLst>
                  <a:ext uri="{FF2B5EF4-FFF2-40B4-BE49-F238E27FC236}">
                    <a16:creationId xmlns:a16="http://schemas.microsoft.com/office/drawing/2014/main" id="{23503F81-A394-4A20-F59A-C808C69EF02F}"/>
                  </a:ext>
                </a:extLst>
              </p:cNvPr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7" name="Google Shape;6387;p37">
                <a:extLst>
                  <a:ext uri="{FF2B5EF4-FFF2-40B4-BE49-F238E27FC236}">
                    <a16:creationId xmlns:a16="http://schemas.microsoft.com/office/drawing/2014/main" id="{224AEBF9-02D4-5231-B932-597F11472EF0}"/>
                  </a:ext>
                </a:extLst>
              </p:cNvPr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8" name="Google Shape;6388;p37">
                <a:extLst>
                  <a:ext uri="{FF2B5EF4-FFF2-40B4-BE49-F238E27FC236}">
                    <a16:creationId xmlns:a16="http://schemas.microsoft.com/office/drawing/2014/main" id="{870620C9-063A-7BED-5169-06FC75756A50}"/>
                  </a:ext>
                </a:extLst>
              </p:cNvPr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9" name="Google Shape;6389;p37">
                <a:extLst>
                  <a:ext uri="{FF2B5EF4-FFF2-40B4-BE49-F238E27FC236}">
                    <a16:creationId xmlns:a16="http://schemas.microsoft.com/office/drawing/2014/main" id="{7FC42834-9800-9850-5427-02AAFDB84663}"/>
                  </a:ext>
                </a:extLst>
              </p:cNvPr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0" name="Google Shape;6390;p37">
                <a:extLst>
                  <a:ext uri="{FF2B5EF4-FFF2-40B4-BE49-F238E27FC236}">
                    <a16:creationId xmlns:a16="http://schemas.microsoft.com/office/drawing/2014/main" id="{D0D2AABC-2481-5C69-EA84-AC9193BFC4B1}"/>
                  </a:ext>
                </a:extLst>
              </p:cNvPr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1" name="Google Shape;6391;p37">
                <a:extLst>
                  <a:ext uri="{FF2B5EF4-FFF2-40B4-BE49-F238E27FC236}">
                    <a16:creationId xmlns:a16="http://schemas.microsoft.com/office/drawing/2014/main" id="{4A6B0EEC-DAE9-53FC-CC93-3BC8F01AD868}"/>
                  </a:ext>
                </a:extLst>
              </p:cNvPr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2" name="Google Shape;6392;p37">
                <a:extLst>
                  <a:ext uri="{FF2B5EF4-FFF2-40B4-BE49-F238E27FC236}">
                    <a16:creationId xmlns:a16="http://schemas.microsoft.com/office/drawing/2014/main" id="{09C7418D-C6F0-4915-6502-E1449D039826}"/>
                  </a:ext>
                </a:extLst>
              </p:cNvPr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3" name="Google Shape;6393;p37">
                <a:extLst>
                  <a:ext uri="{FF2B5EF4-FFF2-40B4-BE49-F238E27FC236}">
                    <a16:creationId xmlns:a16="http://schemas.microsoft.com/office/drawing/2014/main" id="{34CC611D-521B-2731-0E18-631DF6D61CCB}"/>
                  </a:ext>
                </a:extLst>
              </p:cNvPr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4" name="Google Shape;6394;p37">
                <a:extLst>
                  <a:ext uri="{FF2B5EF4-FFF2-40B4-BE49-F238E27FC236}">
                    <a16:creationId xmlns:a16="http://schemas.microsoft.com/office/drawing/2014/main" id="{E5867C2E-F392-7067-C9F1-1D28168FDEC7}"/>
                  </a:ext>
                </a:extLst>
              </p:cNvPr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5" name="Google Shape;6395;p37">
                <a:extLst>
                  <a:ext uri="{FF2B5EF4-FFF2-40B4-BE49-F238E27FC236}">
                    <a16:creationId xmlns:a16="http://schemas.microsoft.com/office/drawing/2014/main" id="{3ACD08FC-E06A-6C92-B614-841A615D4563}"/>
                  </a:ext>
                </a:extLst>
              </p:cNvPr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6" name="Google Shape;6396;p37">
                <a:extLst>
                  <a:ext uri="{FF2B5EF4-FFF2-40B4-BE49-F238E27FC236}">
                    <a16:creationId xmlns:a16="http://schemas.microsoft.com/office/drawing/2014/main" id="{A8776C50-0A6A-23B6-D084-50157E376A70}"/>
                  </a:ext>
                </a:extLst>
              </p:cNvPr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7" name="Google Shape;6397;p37">
                <a:extLst>
                  <a:ext uri="{FF2B5EF4-FFF2-40B4-BE49-F238E27FC236}">
                    <a16:creationId xmlns:a16="http://schemas.microsoft.com/office/drawing/2014/main" id="{776F6D91-F0CB-57EF-373D-BC6AFAA1D289}"/>
                  </a:ext>
                </a:extLst>
              </p:cNvPr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8" name="Google Shape;6398;p37">
                <a:extLst>
                  <a:ext uri="{FF2B5EF4-FFF2-40B4-BE49-F238E27FC236}">
                    <a16:creationId xmlns:a16="http://schemas.microsoft.com/office/drawing/2014/main" id="{3993E0F7-AFF9-E73E-3B8D-BC379BF40D83}"/>
                  </a:ext>
                </a:extLst>
              </p:cNvPr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9" name="Google Shape;6399;p37">
                <a:extLst>
                  <a:ext uri="{FF2B5EF4-FFF2-40B4-BE49-F238E27FC236}">
                    <a16:creationId xmlns:a16="http://schemas.microsoft.com/office/drawing/2014/main" id="{2479E821-38DE-BB95-490E-93F5915D4C14}"/>
                  </a:ext>
                </a:extLst>
              </p:cNvPr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0" name="Google Shape;6400;p37">
                <a:extLst>
                  <a:ext uri="{FF2B5EF4-FFF2-40B4-BE49-F238E27FC236}">
                    <a16:creationId xmlns:a16="http://schemas.microsoft.com/office/drawing/2014/main" id="{B9C671EB-1BE2-8512-8414-39E2D5CEA088}"/>
                  </a:ext>
                </a:extLst>
              </p:cNvPr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1" name="Google Shape;6401;p37">
                <a:extLst>
                  <a:ext uri="{FF2B5EF4-FFF2-40B4-BE49-F238E27FC236}">
                    <a16:creationId xmlns:a16="http://schemas.microsoft.com/office/drawing/2014/main" id="{19FD6886-59CF-9028-F645-65C8C6D35E4F}"/>
                  </a:ext>
                </a:extLst>
              </p:cNvPr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2" name="Google Shape;6402;p37">
                <a:extLst>
                  <a:ext uri="{FF2B5EF4-FFF2-40B4-BE49-F238E27FC236}">
                    <a16:creationId xmlns:a16="http://schemas.microsoft.com/office/drawing/2014/main" id="{AD698D1D-4AB4-A269-01C8-E11CEE9292A5}"/>
                  </a:ext>
                </a:extLst>
              </p:cNvPr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3" name="Google Shape;6403;p37">
                <a:extLst>
                  <a:ext uri="{FF2B5EF4-FFF2-40B4-BE49-F238E27FC236}">
                    <a16:creationId xmlns:a16="http://schemas.microsoft.com/office/drawing/2014/main" id="{8E58CA88-F609-48CA-0585-CF1588E4AD14}"/>
                  </a:ext>
                </a:extLst>
              </p:cNvPr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4" name="Google Shape;6404;p37">
                <a:extLst>
                  <a:ext uri="{FF2B5EF4-FFF2-40B4-BE49-F238E27FC236}">
                    <a16:creationId xmlns:a16="http://schemas.microsoft.com/office/drawing/2014/main" id="{5A9076FD-9D00-E545-BAE3-E45800F0006B}"/>
                  </a:ext>
                </a:extLst>
              </p:cNvPr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5" name="Google Shape;6405;p37">
                <a:extLst>
                  <a:ext uri="{FF2B5EF4-FFF2-40B4-BE49-F238E27FC236}">
                    <a16:creationId xmlns:a16="http://schemas.microsoft.com/office/drawing/2014/main" id="{7ED3A14C-1518-C1BD-5D65-ECF3DD11B36B}"/>
                  </a:ext>
                </a:extLst>
              </p:cNvPr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6" name="Google Shape;6406;p37">
                <a:extLst>
                  <a:ext uri="{FF2B5EF4-FFF2-40B4-BE49-F238E27FC236}">
                    <a16:creationId xmlns:a16="http://schemas.microsoft.com/office/drawing/2014/main" id="{8260BF9D-57F7-C5AB-8232-F22CE5D5E4A8}"/>
                  </a:ext>
                </a:extLst>
              </p:cNvPr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7" name="Google Shape;6407;p37">
                <a:extLst>
                  <a:ext uri="{FF2B5EF4-FFF2-40B4-BE49-F238E27FC236}">
                    <a16:creationId xmlns:a16="http://schemas.microsoft.com/office/drawing/2014/main" id="{5E608091-3894-2B5E-8D02-D7792601FED3}"/>
                  </a:ext>
                </a:extLst>
              </p:cNvPr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8" name="Google Shape;6408;p37">
                <a:extLst>
                  <a:ext uri="{FF2B5EF4-FFF2-40B4-BE49-F238E27FC236}">
                    <a16:creationId xmlns:a16="http://schemas.microsoft.com/office/drawing/2014/main" id="{652C7103-5BB1-1A07-5253-D2BFB2E74D32}"/>
                  </a:ext>
                </a:extLst>
              </p:cNvPr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9" name="Google Shape;6409;p37">
                <a:extLst>
                  <a:ext uri="{FF2B5EF4-FFF2-40B4-BE49-F238E27FC236}">
                    <a16:creationId xmlns:a16="http://schemas.microsoft.com/office/drawing/2014/main" id="{1C52154B-F043-6EAA-3DD8-2C275A3D5859}"/>
                  </a:ext>
                </a:extLst>
              </p:cNvPr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0" name="Google Shape;6410;p37">
                <a:extLst>
                  <a:ext uri="{FF2B5EF4-FFF2-40B4-BE49-F238E27FC236}">
                    <a16:creationId xmlns:a16="http://schemas.microsoft.com/office/drawing/2014/main" id="{A53A42D2-D2B2-0655-C9A9-819B03787521}"/>
                  </a:ext>
                </a:extLst>
              </p:cNvPr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1" name="Google Shape;6411;p37">
                <a:extLst>
                  <a:ext uri="{FF2B5EF4-FFF2-40B4-BE49-F238E27FC236}">
                    <a16:creationId xmlns:a16="http://schemas.microsoft.com/office/drawing/2014/main" id="{99DBFA0C-2DA6-35CB-02B1-03CB4208536C}"/>
                  </a:ext>
                </a:extLst>
              </p:cNvPr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2" name="Google Shape;6412;p37">
                <a:extLst>
                  <a:ext uri="{FF2B5EF4-FFF2-40B4-BE49-F238E27FC236}">
                    <a16:creationId xmlns:a16="http://schemas.microsoft.com/office/drawing/2014/main" id="{33D06D84-A564-03E7-8CFD-835865132037}"/>
                  </a:ext>
                </a:extLst>
              </p:cNvPr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3" name="Google Shape;6413;p37">
                <a:extLst>
                  <a:ext uri="{FF2B5EF4-FFF2-40B4-BE49-F238E27FC236}">
                    <a16:creationId xmlns:a16="http://schemas.microsoft.com/office/drawing/2014/main" id="{3088FD16-C288-05D1-3C26-10D459D26863}"/>
                  </a:ext>
                </a:extLst>
              </p:cNvPr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4" name="Google Shape;6414;p37">
                <a:extLst>
                  <a:ext uri="{FF2B5EF4-FFF2-40B4-BE49-F238E27FC236}">
                    <a16:creationId xmlns:a16="http://schemas.microsoft.com/office/drawing/2014/main" id="{22D629FE-A187-1437-73D9-9484A5F72AE5}"/>
                  </a:ext>
                </a:extLst>
              </p:cNvPr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5" name="Google Shape;6415;p37">
                <a:extLst>
                  <a:ext uri="{FF2B5EF4-FFF2-40B4-BE49-F238E27FC236}">
                    <a16:creationId xmlns:a16="http://schemas.microsoft.com/office/drawing/2014/main" id="{7DD016DB-AEB6-8616-96A2-23DC512D97FC}"/>
                  </a:ext>
                </a:extLst>
              </p:cNvPr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6" name="Google Shape;6416;p37">
                <a:extLst>
                  <a:ext uri="{FF2B5EF4-FFF2-40B4-BE49-F238E27FC236}">
                    <a16:creationId xmlns:a16="http://schemas.microsoft.com/office/drawing/2014/main" id="{AC970163-6618-1E25-57A2-AC4F40D15886}"/>
                  </a:ext>
                </a:extLst>
              </p:cNvPr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7" name="Google Shape;6417;p37">
                <a:extLst>
                  <a:ext uri="{FF2B5EF4-FFF2-40B4-BE49-F238E27FC236}">
                    <a16:creationId xmlns:a16="http://schemas.microsoft.com/office/drawing/2014/main" id="{81B3B128-C57A-168C-E07C-EE03973421DC}"/>
                  </a:ext>
                </a:extLst>
              </p:cNvPr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8" name="Google Shape;6418;p37">
                <a:extLst>
                  <a:ext uri="{FF2B5EF4-FFF2-40B4-BE49-F238E27FC236}">
                    <a16:creationId xmlns:a16="http://schemas.microsoft.com/office/drawing/2014/main" id="{84CF03F4-4E8F-C8FD-A296-3EAF760EA84A}"/>
                  </a:ext>
                </a:extLst>
              </p:cNvPr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9" name="Google Shape;6419;p37">
                <a:extLst>
                  <a:ext uri="{FF2B5EF4-FFF2-40B4-BE49-F238E27FC236}">
                    <a16:creationId xmlns:a16="http://schemas.microsoft.com/office/drawing/2014/main" id="{F4F585D7-4B4C-B899-BF23-1D50686D1BE6}"/>
                  </a:ext>
                </a:extLst>
              </p:cNvPr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0" name="Google Shape;6420;p37">
                <a:extLst>
                  <a:ext uri="{FF2B5EF4-FFF2-40B4-BE49-F238E27FC236}">
                    <a16:creationId xmlns:a16="http://schemas.microsoft.com/office/drawing/2014/main" id="{81B0795B-A14C-6063-7FB6-61B235A32F76}"/>
                  </a:ext>
                </a:extLst>
              </p:cNvPr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21" name="Google Shape;6421;p37">
              <a:extLst>
                <a:ext uri="{FF2B5EF4-FFF2-40B4-BE49-F238E27FC236}">
                  <a16:creationId xmlns:a16="http://schemas.microsoft.com/office/drawing/2014/main" id="{FDB6C0EA-5537-2864-D9D9-F56CF62532AE}"/>
                </a:ext>
              </a:extLst>
            </p:cNvPr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6422" name="Google Shape;6422;p37">
                <a:extLst>
                  <a:ext uri="{FF2B5EF4-FFF2-40B4-BE49-F238E27FC236}">
                    <a16:creationId xmlns:a16="http://schemas.microsoft.com/office/drawing/2014/main" id="{AB15938D-9D4A-E906-C94F-8E5F8E478E22}"/>
                  </a:ext>
                </a:extLst>
              </p:cNvPr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3" name="Google Shape;6423;p37">
                <a:extLst>
                  <a:ext uri="{FF2B5EF4-FFF2-40B4-BE49-F238E27FC236}">
                    <a16:creationId xmlns:a16="http://schemas.microsoft.com/office/drawing/2014/main" id="{930D3F88-893D-2E69-3D68-A2F170E7CB6D}"/>
                  </a:ext>
                </a:extLst>
              </p:cNvPr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4" name="Google Shape;6424;p37">
                <a:extLst>
                  <a:ext uri="{FF2B5EF4-FFF2-40B4-BE49-F238E27FC236}">
                    <a16:creationId xmlns:a16="http://schemas.microsoft.com/office/drawing/2014/main" id="{EFB25078-B58D-5F46-61E6-AC52BC645DE9}"/>
                  </a:ext>
                </a:extLst>
              </p:cNvPr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5" name="Google Shape;6425;p37">
                <a:extLst>
                  <a:ext uri="{FF2B5EF4-FFF2-40B4-BE49-F238E27FC236}">
                    <a16:creationId xmlns:a16="http://schemas.microsoft.com/office/drawing/2014/main" id="{5EDF7B2E-CA55-395D-290B-0AF111F74C14}"/>
                  </a:ext>
                </a:extLst>
              </p:cNvPr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6" name="Google Shape;6426;p37">
                <a:extLst>
                  <a:ext uri="{FF2B5EF4-FFF2-40B4-BE49-F238E27FC236}">
                    <a16:creationId xmlns:a16="http://schemas.microsoft.com/office/drawing/2014/main" id="{BE8F5152-9F88-E36E-7185-A18BA272F2B4}"/>
                  </a:ext>
                </a:extLst>
              </p:cNvPr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7" name="Google Shape;6427;p37">
                <a:extLst>
                  <a:ext uri="{FF2B5EF4-FFF2-40B4-BE49-F238E27FC236}">
                    <a16:creationId xmlns:a16="http://schemas.microsoft.com/office/drawing/2014/main" id="{48EC5232-14D8-FAB9-F888-62F8A9DA4EC1}"/>
                  </a:ext>
                </a:extLst>
              </p:cNvPr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8" name="Google Shape;6428;p37">
                <a:extLst>
                  <a:ext uri="{FF2B5EF4-FFF2-40B4-BE49-F238E27FC236}">
                    <a16:creationId xmlns:a16="http://schemas.microsoft.com/office/drawing/2014/main" id="{9C4FCD72-A3EC-5D4D-F17D-CFC877BD2B76}"/>
                  </a:ext>
                </a:extLst>
              </p:cNvPr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9" name="Google Shape;6429;p37">
                <a:extLst>
                  <a:ext uri="{FF2B5EF4-FFF2-40B4-BE49-F238E27FC236}">
                    <a16:creationId xmlns:a16="http://schemas.microsoft.com/office/drawing/2014/main" id="{8738DDFC-8034-2AA3-6C11-2B28A4659543}"/>
                  </a:ext>
                </a:extLst>
              </p:cNvPr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0" name="Google Shape;6430;p37">
                <a:extLst>
                  <a:ext uri="{FF2B5EF4-FFF2-40B4-BE49-F238E27FC236}">
                    <a16:creationId xmlns:a16="http://schemas.microsoft.com/office/drawing/2014/main" id="{6F3C9AB5-0DE1-7ABB-84CC-5FE7D07614B0}"/>
                  </a:ext>
                </a:extLst>
              </p:cNvPr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1" name="Google Shape;6431;p37">
                <a:extLst>
                  <a:ext uri="{FF2B5EF4-FFF2-40B4-BE49-F238E27FC236}">
                    <a16:creationId xmlns:a16="http://schemas.microsoft.com/office/drawing/2014/main" id="{60BDCC79-4BF6-7F96-1EFA-0ED708CBD487}"/>
                  </a:ext>
                </a:extLst>
              </p:cNvPr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2" name="Google Shape;6432;p37">
                <a:extLst>
                  <a:ext uri="{FF2B5EF4-FFF2-40B4-BE49-F238E27FC236}">
                    <a16:creationId xmlns:a16="http://schemas.microsoft.com/office/drawing/2014/main" id="{A1FC887F-9F85-F830-17E9-542A085711C9}"/>
                  </a:ext>
                </a:extLst>
              </p:cNvPr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3" name="Google Shape;6433;p37">
                <a:extLst>
                  <a:ext uri="{FF2B5EF4-FFF2-40B4-BE49-F238E27FC236}">
                    <a16:creationId xmlns:a16="http://schemas.microsoft.com/office/drawing/2014/main" id="{852B7C34-9734-26F2-C59C-03DD607BBD65}"/>
                  </a:ext>
                </a:extLst>
              </p:cNvPr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4" name="Google Shape;6434;p37">
                <a:extLst>
                  <a:ext uri="{FF2B5EF4-FFF2-40B4-BE49-F238E27FC236}">
                    <a16:creationId xmlns:a16="http://schemas.microsoft.com/office/drawing/2014/main" id="{E807B83C-4E84-9957-AA91-A9554A068BA5}"/>
                  </a:ext>
                </a:extLst>
              </p:cNvPr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5" name="Google Shape;6435;p37">
                <a:extLst>
                  <a:ext uri="{FF2B5EF4-FFF2-40B4-BE49-F238E27FC236}">
                    <a16:creationId xmlns:a16="http://schemas.microsoft.com/office/drawing/2014/main" id="{5B934A82-E401-8A9A-D0D2-7F8F7EF9466F}"/>
                  </a:ext>
                </a:extLst>
              </p:cNvPr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6" name="Google Shape;6436;p37">
                <a:extLst>
                  <a:ext uri="{FF2B5EF4-FFF2-40B4-BE49-F238E27FC236}">
                    <a16:creationId xmlns:a16="http://schemas.microsoft.com/office/drawing/2014/main" id="{79948F45-E8E0-70A2-5184-4B8816298969}"/>
                  </a:ext>
                </a:extLst>
              </p:cNvPr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7" name="Google Shape;6437;p37">
                <a:extLst>
                  <a:ext uri="{FF2B5EF4-FFF2-40B4-BE49-F238E27FC236}">
                    <a16:creationId xmlns:a16="http://schemas.microsoft.com/office/drawing/2014/main" id="{9EBC3CDC-3CF2-1AC3-581D-6F55976A8B78}"/>
                  </a:ext>
                </a:extLst>
              </p:cNvPr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8" name="Google Shape;6438;p37">
                <a:extLst>
                  <a:ext uri="{FF2B5EF4-FFF2-40B4-BE49-F238E27FC236}">
                    <a16:creationId xmlns:a16="http://schemas.microsoft.com/office/drawing/2014/main" id="{4F3D2CB8-D3E1-7D6D-000A-4F189689C887}"/>
                  </a:ext>
                </a:extLst>
              </p:cNvPr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9" name="Google Shape;6439;p37">
                <a:extLst>
                  <a:ext uri="{FF2B5EF4-FFF2-40B4-BE49-F238E27FC236}">
                    <a16:creationId xmlns:a16="http://schemas.microsoft.com/office/drawing/2014/main" id="{75A64183-77D7-6258-0BB7-BA059986C9C7}"/>
                  </a:ext>
                </a:extLst>
              </p:cNvPr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0" name="Google Shape;6440;p37">
                <a:extLst>
                  <a:ext uri="{FF2B5EF4-FFF2-40B4-BE49-F238E27FC236}">
                    <a16:creationId xmlns:a16="http://schemas.microsoft.com/office/drawing/2014/main" id="{9110F234-6EEE-7A94-EF22-86688E12D254}"/>
                  </a:ext>
                </a:extLst>
              </p:cNvPr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1" name="Google Shape;6441;p37">
                <a:extLst>
                  <a:ext uri="{FF2B5EF4-FFF2-40B4-BE49-F238E27FC236}">
                    <a16:creationId xmlns:a16="http://schemas.microsoft.com/office/drawing/2014/main" id="{9E775AA7-42F3-E9FB-0C73-F79DA03C87B7}"/>
                  </a:ext>
                </a:extLst>
              </p:cNvPr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2" name="Google Shape;6442;p37">
                <a:extLst>
                  <a:ext uri="{FF2B5EF4-FFF2-40B4-BE49-F238E27FC236}">
                    <a16:creationId xmlns:a16="http://schemas.microsoft.com/office/drawing/2014/main" id="{755F2AA3-EEE9-3727-F1F2-39C5CDD2E431}"/>
                  </a:ext>
                </a:extLst>
              </p:cNvPr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3" name="Google Shape;6443;p37">
                <a:extLst>
                  <a:ext uri="{FF2B5EF4-FFF2-40B4-BE49-F238E27FC236}">
                    <a16:creationId xmlns:a16="http://schemas.microsoft.com/office/drawing/2014/main" id="{12C00298-DD01-5672-3CBC-C7819445D6E3}"/>
                  </a:ext>
                </a:extLst>
              </p:cNvPr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4" name="Google Shape;6444;p37">
                <a:extLst>
                  <a:ext uri="{FF2B5EF4-FFF2-40B4-BE49-F238E27FC236}">
                    <a16:creationId xmlns:a16="http://schemas.microsoft.com/office/drawing/2014/main" id="{DC04DA2A-81E9-DB32-0D8F-DB8701B5E523}"/>
                  </a:ext>
                </a:extLst>
              </p:cNvPr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5" name="Google Shape;6445;p37">
                <a:extLst>
                  <a:ext uri="{FF2B5EF4-FFF2-40B4-BE49-F238E27FC236}">
                    <a16:creationId xmlns:a16="http://schemas.microsoft.com/office/drawing/2014/main" id="{B266B673-1AED-4FFF-026B-3D3B49B9695E}"/>
                  </a:ext>
                </a:extLst>
              </p:cNvPr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6" name="Google Shape;6446;p37">
                <a:extLst>
                  <a:ext uri="{FF2B5EF4-FFF2-40B4-BE49-F238E27FC236}">
                    <a16:creationId xmlns:a16="http://schemas.microsoft.com/office/drawing/2014/main" id="{AA034829-584E-E746-9F3E-C32A415B052F}"/>
                  </a:ext>
                </a:extLst>
              </p:cNvPr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7" name="Google Shape;6447;p37">
                <a:extLst>
                  <a:ext uri="{FF2B5EF4-FFF2-40B4-BE49-F238E27FC236}">
                    <a16:creationId xmlns:a16="http://schemas.microsoft.com/office/drawing/2014/main" id="{734AD206-BCEC-F9DF-44F0-0C844DDE39F1}"/>
                  </a:ext>
                </a:extLst>
              </p:cNvPr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8" name="Google Shape;6448;p37">
                <a:extLst>
                  <a:ext uri="{FF2B5EF4-FFF2-40B4-BE49-F238E27FC236}">
                    <a16:creationId xmlns:a16="http://schemas.microsoft.com/office/drawing/2014/main" id="{7357A8B1-89B7-AB5C-83F8-B5B91D74C6E7}"/>
                  </a:ext>
                </a:extLst>
              </p:cNvPr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9" name="Google Shape;6449;p37">
                <a:extLst>
                  <a:ext uri="{FF2B5EF4-FFF2-40B4-BE49-F238E27FC236}">
                    <a16:creationId xmlns:a16="http://schemas.microsoft.com/office/drawing/2014/main" id="{B3C1B361-3F9D-4A3C-C1A4-F61882F6FDC9}"/>
                  </a:ext>
                </a:extLst>
              </p:cNvPr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0" name="Google Shape;6450;p37">
                <a:extLst>
                  <a:ext uri="{FF2B5EF4-FFF2-40B4-BE49-F238E27FC236}">
                    <a16:creationId xmlns:a16="http://schemas.microsoft.com/office/drawing/2014/main" id="{63712E3B-1221-C2D2-790C-56B266FE0267}"/>
                  </a:ext>
                </a:extLst>
              </p:cNvPr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1" name="Google Shape;6451;p37">
                <a:extLst>
                  <a:ext uri="{FF2B5EF4-FFF2-40B4-BE49-F238E27FC236}">
                    <a16:creationId xmlns:a16="http://schemas.microsoft.com/office/drawing/2014/main" id="{1F34BAB7-A438-A867-0CDB-0E7ACA40CC23}"/>
                  </a:ext>
                </a:extLst>
              </p:cNvPr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2" name="Google Shape;6452;p37">
                <a:extLst>
                  <a:ext uri="{FF2B5EF4-FFF2-40B4-BE49-F238E27FC236}">
                    <a16:creationId xmlns:a16="http://schemas.microsoft.com/office/drawing/2014/main" id="{A5A10BB9-44F7-A100-ED4C-399938389EB3}"/>
                  </a:ext>
                </a:extLst>
              </p:cNvPr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3" name="Google Shape;6453;p37">
                <a:extLst>
                  <a:ext uri="{FF2B5EF4-FFF2-40B4-BE49-F238E27FC236}">
                    <a16:creationId xmlns:a16="http://schemas.microsoft.com/office/drawing/2014/main" id="{50F68272-600E-82E1-3098-6FF5E5AC0FD1}"/>
                  </a:ext>
                </a:extLst>
              </p:cNvPr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4" name="Google Shape;6454;p37">
                <a:extLst>
                  <a:ext uri="{FF2B5EF4-FFF2-40B4-BE49-F238E27FC236}">
                    <a16:creationId xmlns:a16="http://schemas.microsoft.com/office/drawing/2014/main" id="{BCDE5C14-AB87-2666-A961-4AF14AEAF351}"/>
                  </a:ext>
                </a:extLst>
              </p:cNvPr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5" name="Google Shape;6455;p37">
                <a:extLst>
                  <a:ext uri="{FF2B5EF4-FFF2-40B4-BE49-F238E27FC236}">
                    <a16:creationId xmlns:a16="http://schemas.microsoft.com/office/drawing/2014/main" id="{29DEF85C-CB2D-3A37-8B1B-074B30A8BB67}"/>
                  </a:ext>
                </a:extLst>
              </p:cNvPr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6" name="Google Shape;6456;p37">
                <a:extLst>
                  <a:ext uri="{FF2B5EF4-FFF2-40B4-BE49-F238E27FC236}">
                    <a16:creationId xmlns:a16="http://schemas.microsoft.com/office/drawing/2014/main" id="{69A10586-AA9F-1BBF-4F1B-6ED0232BAF28}"/>
                  </a:ext>
                </a:extLst>
              </p:cNvPr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7" name="Google Shape;6457;p37">
                <a:extLst>
                  <a:ext uri="{FF2B5EF4-FFF2-40B4-BE49-F238E27FC236}">
                    <a16:creationId xmlns:a16="http://schemas.microsoft.com/office/drawing/2014/main" id="{BA620395-3991-ACE4-DCFC-314421F641A1}"/>
                  </a:ext>
                </a:extLst>
              </p:cNvPr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8" name="Google Shape;6458;p37">
                <a:extLst>
                  <a:ext uri="{FF2B5EF4-FFF2-40B4-BE49-F238E27FC236}">
                    <a16:creationId xmlns:a16="http://schemas.microsoft.com/office/drawing/2014/main" id="{70254019-F19D-5367-B1D4-1B5A20D6973C}"/>
                  </a:ext>
                </a:extLst>
              </p:cNvPr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9" name="Google Shape;6459;p37">
                <a:extLst>
                  <a:ext uri="{FF2B5EF4-FFF2-40B4-BE49-F238E27FC236}">
                    <a16:creationId xmlns:a16="http://schemas.microsoft.com/office/drawing/2014/main" id="{E5AF7A6F-99E0-DB71-DC9D-1AE3BCAAA687}"/>
                  </a:ext>
                </a:extLst>
              </p:cNvPr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0" name="Google Shape;6460;p37">
                <a:extLst>
                  <a:ext uri="{FF2B5EF4-FFF2-40B4-BE49-F238E27FC236}">
                    <a16:creationId xmlns:a16="http://schemas.microsoft.com/office/drawing/2014/main" id="{C575DF4C-5496-E7DF-9D22-E81D9941E875}"/>
                  </a:ext>
                </a:extLst>
              </p:cNvPr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1" name="Google Shape;6461;p37">
                <a:extLst>
                  <a:ext uri="{FF2B5EF4-FFF2-40B4-BE49-F238E27FC236}">
                    <a16:creationId xmlns:a16="http://schemas.microsoft.com/office/drawing/2014/main" id="{87BB6B3F-1C5F-C6A1-2737-B9B0051C8223}"/>
                  </a:ext>
                </a:extLst>
              </p:cNvPr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2" name="Google Shape;6462;p37">
                <a:extLst>
                  <a:ext uri="{FF2B5EF4-FFF2-40B4-BE49-F238E27FC236}">
                    <a16:creationId xmlns:a16="http://schemas.microsoft.com/office/drawing/2014/main" id="{425ED05F-BEC1-80E3-784D-7A4A9A103A1B}"/>
                  </a:ext>
                </a:extLst>
              </p:cNvPr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3" name="Google Shape;6463;p37">
                <a:extLst>
                  <a:ext uri="{FF2B5EF4-FFF2-40B4-BE49-F238E27FC236}">
                    <a16:creationId xmlns:a16="http://schemas.microsoft.com/office/drawing/2014/main" id="{5D7E3C87-1251-6EE4-9F79-76256462A3F2}"/>
                  </a:ext>
                </a:extLst>
              </p:cNvPr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4" name="Google Shape;6464;p37">
                <a:extLst>
                  <a:ext uri="{FF2B5EF4-FFF2-40B4-BE49-F238E27FC236}">
                    <a16:creationId xmlns:a16="http://schemas.microsoft.com/office/drawing/2014/main" id="{F0586C28-D091-A7D8-AC7C-D5ED907B55B8}"/>
                  </a:ext>
                </a:extLst>
              </p:cNvPr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5" name="Google Shape;6465;p37">
                <a:extLst>
                  <a:ext uri="{FF2B5EF4-FFF2-40B4-BE49-F238E27FC236}">
                    <a16:creationId xmlns:a16="http://schemas.microsoft.com/office/drawing/2014/main" id="{387C8B22-063E-BCBD-AEFC-7A51397B40B5}"/>
                  </a:ext>
                </a:extLst>
              </p:cNvPr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6" name="Google Shape;6466;p37">
                <a:extLst>
                  <a:ext uri="{FF2B5EF4-FFF2-40B4-BE49-F238E27FC236}">
                    <a16:creationId xmlns:a16="http://schemas.microsoft.com/office/drawing/2014/main" id="{BDB9616F-A109-688F-7C42-D20D6D5E232F}"/>
                  </a:ext>
                </a:extLst>
              </p:cNvPr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7" name="Google Shape;6467;p37">
                <a:extLst>
                  <a:ext uri="{FF2B5EF4-FFF2-40B4-BE49-F238E27FC236}">
                    <a16:creationId xmlns:a16="http://schemas.microsoft.com/office/drawing/2014/main" id="{2F1F859C-FA77-4EE6-9EF4-D14385C083CC}"/>
                  </a:ext>
                </a:extLst>
              </p:cNvPr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8" name="Google Shape;6468;p37">
                <a:extLst>
                  <a:ext uri="{FF2B5EF4-FFF2-40B4-BE49-F238E27FC236}">
                    <a16:creationId xmlns:a16="http://schemas.microsoft.com/office/drawing/2014/main" id="{9D5E5B5B-A546-C5EB-D1C4-3982D4080B3B}"/>
                  </a:ext>
                </a:extLst>
              </p:cNvPr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9" name="Google Shape;6469;p37">
                <a:extLst>
                  <a:ext uri="{FF2B5EF4-FFF2-40B4-BE49-F238E27FC236}">
                    <a16:creationId xmlns:a16="http://schemas.microsoft.com/office/drawing/2014/main" id="{A16C5031-A899-8C45-0BCC-C951DBB3E7A4}"/>
                  </a:ext>
                </a:extLst>
              </p:cNvPr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0" name="Google Shape;6470;p37">
                <a:extLst>
                  <a:ext uri="{FF2B5EF4-FFF2-40B4-BE49-F238E27FC236}">
                    <a16:creationId xmlns:a16="http://schemas.microsoft.com/office/drawing/2014/main" id="{B42C420C-C0C3-1F90-D61D-3140DCBB36CC}"/>
                  </a:ext>
                </a:extLst>
              </p:cNvPr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71" name="Google Shape;6471;p37">
              <a:extLst>
                <a:ext uri="{FF2B5EF4-FFF2-40B4-BE49-F238E27FC236}">
                  <a16:creationId xmlns:a16="http://schemas.microsoft.com/office/drawing/2014/main" id="{62B64315-CD5E-273E-0D51-204DC9D4A626}"/>
                </a:ext>
              </a:extLst>
            </p:cNvPr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6472" name="Google Shape;6472;p37">
                <a:extLst>
                  <a:ext uri="{FF2B5EF4-FFF2-40B4-BE49-F238E27FC236}">
                    <a16:creationId xmlns:a16="http://schemas.microsoft.com/office/drawing/2014/main" id="{3BC78B2C-CCB1-BEAD-AC6D-33F50E67BB19}"/>
                  </a:ext>
                </a:extLst>
              </p:cNvPr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3" name="Google Shape;6473;p37">
                <a:extLst>
                  <a:ext uri="{FF2B5EF4-FFF2-40B4-BE49-F238E27FC236}">
                    <a16:creationId xmlns:a16="http://schemas.microsoft.com/office/drawing/2014/main" id="{1D03C1E2-34C2-256E-A4CB-6F1023F6993B}"/>
                  </a:ext>
                </a:extLst>
              </p:cNvPr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4" name="Google Shape;6474;p37">
                <a:extLst>
                  <a:ext uri="{FF2B5EF4-FFF2-40B4-BE49-F238E27FC236}">
                    <a16:creationId xmlns:a16="http://schemas.microsoft.com/office/drawing/2014/main" id="{7B4DC4D8-3225-E75B-AE2C-DCB6A5E08EE0}"/>
                  </a:ext>
                </a:extLst>
              </p:cNvPr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5" name="Google Shape;6475;p37">
                <a:extLst>
                  <a:ext uri="{FF2B5EF4-FFF2-40B4-BE49-F238E27FC236}">
                    <a16:creationId xmlns:a16="http://schemas.microsoft.com/office/drawing/2014/main" id="{DF85FA67-2714-B520-A40D-AE0810388D31}"/>
                  </a:ext>
                </a:extLst>
              </p:cNvPr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6" name="Google Shape;6476;p37">
                <a:extLst>
                  <a:ext uri="{FF2B5EF4-FFF2-40B4-BE49-F238E27FC236}">
                    <a16:creationId xmlns:a16="http://schemas.microsoft.com/office/drawing/2014/main" id="{6A476ED7-E5EF-3301-5018-82E929B3AD38}"/>
                  </a:ext>
                </a:extLst>
              </p:cNvPr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7" name="Google Shape;6477;p37">
                <a:extLst>
                  <a:ext uri="{FF2B5EF4-FFF2-40B4-BE49-F238E27FC236}">
                    <a16:creationId xmlns:a16="http://schemas.microsoft.com/office/drawing/2014/main" id="{BF09266D-CCD9-F2F0-DA6C-75CA6C8BE533}"/>
                  </a:ext>
                </a:extLst>
              </p:cNvPr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8" name="Google Shape;6478;p37">
                <a:extLst>
                  <a:ext uri="{FF2B5EF4-FFF2-40B4-BE49-F238E27FC236}">
                    <a16:creationId xmlns:a16="http://schemas.microsoft.com/office/drawing/2014/main" id="{DD1F8292-D1E9-3B30-EB65-17E8C87BE494}"/>
                  </a:ext>
                </a:extLst>
              </p:cNvPr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9" name="Google Shape;6479;p37">
                <a:extLst>
                  <a:ext uri="{FF2B5EF4-FFF2-40B4-BE49-F238E27FC236}">
                    <a16:creationId xmlns:a16="http://schemas.microsoft.com/office/drawing/2014/main" id="{DE078526-7C2B-1B77-D45B-367A285DDB2C}"/>
                  </a:ext>
                </a:extLst>
              </p:cNvPr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0" name="Google Shape;6480;p37">
                <a:extLst>
                  <a:ext uri="{FF2B5EF4-FFF2-40B4-BE49-F238E27FC236}">
                    <a16:creationId xmlns:a16="http://schemas.microsoft.com/office/drawing/2014/main" id="{0ED80356-ABAA-6A70-8059-5D588DFB192E}"/>
                  </a:ext>
                </a:extLst>
              </p:cNvPr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1" name="Google Shape;6481;p37">
                <a:extLst>
                  <a:ext uri="{FF2B5EF4-FFF2-40B4-BE49-F238E27FC236}">
                    <a16:creationId xmlns:a16="http://schemas.microsoft.com/office/drawing/2014/main" id="{53293C22-D30A-FE38-9508-11C2B7011924}"/>
                  </a:ext>
                </a:extLst>
              </p:cNvPr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2" name="Google Shape;6482;p37">
                <a:extLst>
                  <a:ext uri="{FF2B5EF4-FFF2-40B4-BE49-F238E27FC236}">
                    <a16:creationId xmlns:a16="http://schemas.microsoft.com/office/drawing/2014/main" id="{A8C97B69-A17F-D884-0F8A-7F1568ED9751}"/>
                  </a:ext>
                </a:extLst>
              </p:cNvPr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3" name="Google Shape;6483;p37">
                <a:extLst>
                  <a:ext uri="{FF2B5EF4-FFF2-40B4-BE49-F238E27FC236}">
                    <a16:creationId xmlns:a16="http://schemas.microsoft.com/office/drawing/2014/main" id="{6169889B-986D-4AA6-9BAC-F0CF4527D3A6}"/>
                  </a:ext>
                </a:extLst>
              </p:cNvPr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4" name="Google Shape;6484;p37">
                <a:extLst>
                  <a:ext uri="{FF2B5EF4-FFF2-40B4-BE49-F238E27FC236}">
                    <a16:creationId xmlns:a16="http://schemas.microsoft.com/office/drawing/2014/main" id="{B5899FFD-D024-DC91-DB5F-7E6FC3E0A748}"/>
                  </a:ext>
                </a:extLst>
              </p:cNvPr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5" name="Google Shape;6485;p37">
                <a:extLst>
                  <a:ext uri="{FF2B5EF4-FFF2-40B4-BE49-F238E27FC236}">
                    <a16:creationId xmlns:a16="http://schemas.microsoft.com/office/drawing/2014/main" id="{82620A10-DF72-CEC4-AF8C-32B9807F7D88}"/>
                  </a:ext>
                </a:extLst>
              </p:cNvPr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6" name="Google Shape;6486;p37">
                <a:extLst>
                  <a:ext uri="{FF2B5EF4-FFF2-40B4-BE49-F238E27FC236}">
                    <a16:creationId xmlns:a16="http://schemas.microsoft.com/office/drawing/2014/main" id="{E2652387-2C6A-73F6-BF45-E9304C2B01AB}"/>
                  </a:ext>
                </a:extLst>
              </p:cNvPr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7" name="Google Shape;6487;p37">
                <a:extLst>
                  <a:ext uri="{FF2B5EF4-FFF2-40B4-BE49-F238E27FC236}">
                    <a16:creationId xmlns:a16="http://schemas.microsoft.com/office/drawing/2014/main" id="{E0D6879C-B44F-F5D7-8FDD-817FEE7C8C20}"/>
                  </a:ext>
                </a:extLst>
              </p:cNvPr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8" name="Google Shape;6488;p37">
                <a:extLst>
                  <a:ext uri="{FF2B5EF4-FFF2-40B4-BE49-F238E27FC236}">
                    <a16:creationId xmlns:a16="http://schemas.microsoft.com/office/drawing/2014/main" id="{B1954376-F10C-1381-F60E-1F78DDAE9158}"/>
                  </a:ext>
                </a:extLst>
              </p:cNvPr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9" name="Google Shape;6489;p37">
                <a:extLst>
                  <a:ext uri="{FF2B5EF4-FFF2-40B4-BE49-F238E27FC236}">
                    <a16:creationId xmlns:a16="http://schemas.microsoft.com/office/drawing/2014/main" id="{4B158F79-48AD-7471-AE0A-C309E0A59F1B}"/>
                  </a:ext>
                </a:extLst>
              </p:cNvPr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0" name="Google Shape;6490;p37">
                <a:extLst>
                  <a:ext uri="{FF2B5EF4-FFF2-40B4-BE49-F238E27FC236}">
                    <a16:creationId xmlns:a16="http://schemas.microsoft.com/office/drawing/2014/main" id="{9C77717A-AF68-14A6-AE06-5BBFBDCFEA57}"/>
                  </a:ext>
                </a:extLst>
              </p:cNvPr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1" name="Google Shape;6491;p37">
                <a:extLst>
                  <a:ext uri="{FF2B5EF4-FFF2-40B4-BE49-F238E27FC236}">
                    <a16:creationId xmlns:a16="http://schemas.microsoft.com/office/drawing/2014/main" id="{6692E0C3-4C52-DA12-44A6-A854D322E790}"/>
                  </a:ext>
                </a:extLst>
              </p:cNvPr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2" name="Google Shape;6492;p37">
                <a:extLst>
                  <a:ext uri="{FF2B5EF4-FFF2-40B4-BE49-F238E27FC236}">
                    <a16:creationId xmlns:a16="http://schemas.microsoft.com/office/drawing/2014/main" id="{60EE0704-66EA-54D7-3982-30E9E768F261}"/>
                  </a:ext>
                </a:extLst>
              </p:cNvPr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3" name="Google Shape;6493;p37">
                <a:extLst>
                  <a:ext uri="{FF2B5EF4-FFF2-40B4-BE49-F238E27FC236}">
                    <a16:creationId xmlns:a16="http://schemas.microsoft.com/office/drawing/2014/main" id="{6469ED3C-0281-7982-670F-6C38FB0E0EA7}"/>
                  </a:ext>
                </a:extLst>
              </p:cNvPr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4" name="Google Shape;6494;p37">
                <a:extLst>
                  <a:ext uri="{FF2B5EF4-FFF2-40B4-BE49-F238E27FC236}">
                    <a16:creationId xmlns:a16="http://schemas.microsoft.com/office/drawing/2014/main" id="{B5ECE7C5-62BE-4423-BB2A-2F00BC066069}"/>
                  </a:ext>
                </a:extLst>
              </p:cNvPr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5" name="Google Shape;6495;p37">
                <a:extLst>
                  <a:ext uri="{FF2B5EF4-FFF2-40B4-BE49-F238E27FC236}">
                    <a16:creationId xmlns:a16="http://schemas.microsoft.com/office/drawing/2014/main" id="{0124BCF7-487F-8A27-8BD2-2FF2C00876A7}"/>
                  </a:ext>
                </a:extLst>
              </p:cNvPr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6" name="Google Shape;6496;p37">
                <a:extLst>
                  <a:ext uri="{FF2B5EF4-FFF2-40B4-BE49-F238E27FC236}">
                    <a16:creationId xmlns:a16="http://schemas.microsoft.com/office/drawing/2014/main" id="{FBA77185-7337-6AB5-0E28-DFA85A3C0A5B}"/>
                  </a:ext>
                </a:extLst>
              </p:cNvPr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7" name="Google Shape;6497;p37">
                <a:extLst>
                  <a:ext uri="{FF2B5EF4-FFF2-40B4-BE49-F238E27FC236}">
                    <a16:creationId xmlns:a16="http://schemas.microsoft.com/office/drawing/2014/main" id="{E3BA661E-7809-ECDE-6DA7-78679B4B2D01}"/>
                  </a:ext>
                </a:extLst>
              </p:cNvPr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8" name="Google Shape;6498;p37">
                <a:extLst>
                  <a:ext uri="{FF2B5EF4-FFF2-40B4-BE49-F238E27FC236}">
                    <a16:creationId xmlns:a16="http://schemas.microsoft.com/office/drawing/2014/main" id="{4D8A0353-BD34-5054-9858-B83973A9CE94}"/>
                  </a:ext>
                </a:extLst>
              </p:cNvPr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9" name="Google Shape;6499;p37">
                <a:extLst>
                  <a:ext uri="{FF2B5EF4-FFF2-40B4-BE49-F238E27FC236}">
                    <a16:creationId xmlns:a16="http://schemas.microsoft.com/office/drawing/2014/main" id="{A6BBAD50-17AF-367E-8DCE-FF7DF6613677}"/>
                  </a:ext>
                </a:extLst>
              </p:cNvPr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0" name="Google Shape;6500;p37">
                <a:extLst>
                  <a:ext uri="{FF2B5EF4-FFF2-40B4-BE49-F238E27FC236}">
                    <a16:creationId xmlns:a16="http://schemas.microsoft.com/office/drawing/2014/main" id="{375A2F64-11AF-C214-6777-9EC0A6B73D8B}"/>
                  </a:ext>
                </a:extLst>
              </p:cNvPr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1" name="Google Shape;6501;p37">
                <a:extLst>
                  <a:ext uri="{FF2B5EF4-FFF2-40B4-BE49-F238E27FC236}">
                    <a16:creationId xmlns:a16="http://schemas.microsoft.com/office/drawing/2014/main" id="{9F822C86-7DFC-3FFB-2463-E3F437F23AA0}"/>
                  </a:ext>
                </a:extLst>
              </p:cNvPr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2" name="Google Shape;6502;p37">
                <a:extLst>
                  <a:ext uri="{FF2B5EF4-FFF2-40B4-BE49-F238E27FC236}">
                    <a16:creationId xmlns:a16="http://schemas.microsoft.com/office/drawing/2014/main" id="{197B68B8-0AFA-A128-A283-995FD723208F}"/>
                  </a:ext>
                </a:extLst>
              </p:cNvPr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3" name="Google Shape;6503;p37">
                <a:extLst>
                  <a:ext uri="{FF2B5EF4-FFF2-40B4-BE49-F238E27FC236}">
                    <a16:creationId xmlns:a16="http://schemas.microsoft.com/office/drawing/2014/main" id="{C592F42D-3E2E-C171-E0CD-A9481ABA4C29}"/>
                  </a:ext>
                </a:extLst>
              </p:cNvPr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4" name="Google Shape;6504;p37">
                <a:extLst>
                  <a:ext uri="{FF2B5EF4-FFF2-40B4-BE49-F238E27FC236}">
                    <a16:creationId xmlns:a16="http://schemas.microsoft.com/office/drawing/2014/main" id="{8A48A4C8-CD95-CB72-BCB9-D201F1CB1D53}"/>
                  </a:ext>
                </a:extLst>
              </p:cNvPr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5" name="Google Shape;6505;p37">
                <a:extLst>
                  <a:ext uri="{FF2B5EF4-FFF2-40B4-BE49-F238E27FC236}">
                    <a16:creationId xmlns:a16="http://schemas.microsoft.com/office/drawing/2014/main" id="{0B747501-93B4-B93D-DF8D-CBD1D69109ED}"/>
                  </a:ext>
                </a:extLst>
              </p:cNvPr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6" name="Google Shape;6506;p37">
                <a:extLst>
                  <a:ext uri="{FF2B5EF4-FFF2-40B4-BE49-F238E27FC236}">
                    <a16:creationId xmlns:a16="http://schemas.microsoft.com/office/drawing/2014/main" id="{5EEE33AD-4832-3CB5-17CC-BB4A06D5F066}"/>
                  </a:ext>
                </a:extLst>
              </p:cNvPr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7" name="Google Shape;6507;p37">
                <a:extLst>
                  <a:ext uri="{FF2B5EF4-FFF2-40B4-BE49-F238E27FC236}">
                    <a16:creationId xmlns:a16="http://schemas.microsoft.com/office/drawing/2014/main" id="{97BEB420-08BB-4284-31C8-9744BD81E6EF}"/>
                  </a:ext>
                </a:extLst>
              </p:cNvPr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8" name="Google Shape;6508;p37">
                <a:extLst>
                  <a:ext uri="{FF2B5EF4-FFF2-40B4-BE49-F238E27FC236}">
                    <a16:creationId xmlns:a16="http://schemas.microsoft.com/office/drawing/2014/main" id="{F1C3399E-479F-32CD-4D41-10FA077782EC}"/>
                  </a:ext>
                </a:extLst>
              </p:cNvPr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9" name="Google Shape;6509;p37">
                <a:extLst>
                  <a:ext uri="{FF2B5EF4-FFF2-40B4-BE49-F238E27FC236}">
                    <a16:creationId xmlns:a16="http://schemas.microsoft.com/office/drawing/2014/main" id="{47C8DF84-6234-C787-0E61-E45591F882B8}"/>
                  </a:ext>
                </a:extLst>
              </p:cNvPr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0" name="Google Shape;6510;p37">
                <a:extLst>
                  <a:ext uri="{FF2B5EF4-FFF2-40B4-BE49-F238E27FC236}">
                    <a16:creationId xmlns:a16="http://schemas.microsoft.com/office/drawing/2014/main" id="{99F983FE-C820-6EE4-A4A9-C755130BAF93}"/>
                  </a:ext>
                </a:extLst>
              </p:cNvPr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1" name="Google Shape;6511;p37">
                <a:extLst>
                  <a:ext uri="{FF2B5EF4-FFF2-40B4-BE49-F238E27FC236}">
                    <a16:creationId xmlns:a16="http://schemas.microsoft.com/office/drawing/2014/main" id="{5713374D-212A-8E67-7220-FB5F8006ACDB}"/>
                  </a:ext>
                </a:extLst>
              </p:cNvPr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2" name="Google Shape;6512;p37">
                <a:extLst>
                  <a:ext uri="{FF2B5EF4-FFF2-40B4-BE49-F238E27FC236}">
                    <a16:creationId xmlns:a16="http://schemas.microsoft.com/office/drawing/2014/main" id="{D4E3DB7F-F372-E276-3E0F-0B39609C841F}"/>
                  </a:ext>
                </a:extLst>
              </p:cNvPr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3" name="Google Shape;6513;p37">
                <a:extLst>
                  <a:ext uri="{FF2B5EF4-FFF2-40B4-BE49-F238E27FC236}">
                    <a16:creationId xmlns:a16="http://schemas.microsoft.com/office/drawing/2014/main" id="{CCD5C7C0-1D50-DD66-851C-5587C2D069BB}"/>
                  </a:ext>
                </a:extLst>
              </p:cNvPr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4" name="Google Shape;6514;p37">
                <a:extLst>
                  <a:ext uri="{FF2B5EF4-FFF2-40B4-BE49-F238E27FC236}">
                    <a16:creationId xmlns:a16="http://schemas.microsoft.com/office/drawing/2014/main" id="{F5C2A4C6-D507-0C4F-F9AF-BF67FD4D7CE8}"/>
                  </a:ext>
                </a:extLst>
              </p:cNvPr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5" name="Google Shape;6515;p37">
                <a:extLst>
                  <a:ext uri="{FF2B5EF4-FFF2-40B4-BE49-F238E27FC236}">
                    <a16:creationId xmlns:a16="http://schemas.microsoft.com/office/drawing/2014/main" id="{83940983-5F50-48A9-C516-E52FC9ECCF67}"/>
                  </a:ext>
                </a:extLst>
              </p:cNvPr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6" name="Google Shape;6516;p37">
                <a:extLst>
                  <a:ext uri="{FF2B5EF4-FFF2-40B4-BE49-F238E27FC236}">
                    <a16:creationId xmlns:a16="http://schemas.microsoft.com/office/drawing/2014/main" id="{71C88E6D-A55E-290A-1249-F615A39A9971}"/>
                  </a:ext>
                </a:extLst>
              </p:cNvPr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7" name="Google Shape;6517;p37">
                <a:extLst>
                  <a:ext uri="{FF2B5EF4-FFF2-40B4-BE49-F238E27FC236}">
                    <a16:creationId xmlns:a16="http://schemas.microsoft.com/office/drawing/2014/main" id="{FDFA64D6-F188-B833-65CD-49AF5520FB07}"/>
                  </a:ext>
                </a:extLst>
              </p:cNvPr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8" name="Google Shape;6518;p37">
                <a:extLst>
                  <a:ext uri="{FF2B5EF4-FFF2-40B4-BE49-F238E27FC236}">
                    <a16:creationId xmlns:a16="http://schemas.microsoft.com/office/drawing/2014/main" id="{B40A456B-A959-1668-3F9E-32D2C8A96934}"/>
                  </a:ext>
                </a:extLst>
              </p:cNvPr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19" name="Google Shape;6519;p37">
              <a:extLst>
                <a:ext uri="{FF2B5EF4-FFF2-40B4-BE49-F238E27FC236}">
                  <a16:creationId xmlns:a16="http://schemas.microsoft.com/office/drawing/2014/main" id="{E1AFA46F-6FC2-0B2A-BC1D-A4A103AE08E7}"/>
                </a:ext>
              </a:extLst>
            </p:cNvPr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6520" name="Google Shape;6520;p37">
                <a:extLst>
                  <a:ext uri="{FF2B5EF4-FFF2-40B4-BE49-F238E27FC236}">
                    <a16:creationId xmlns:a16="http://schemas.microsoft.com/office/drawing/2014/main" id="{83DB1948-A10E-9EF6-B752-32823FA94723}"/>
                  </a:ext>
                </a:extLst>
              </p:cNvPr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1" name="Google Shape;6521;p37">
                <a:extLst>
                  <a:ext uri="{FF2B5EF4-FFF2-40B4-BE49-F238E27FC236}">
                    <a16:creationId xmlns:a16="http://schemas.microsoft.com/office/drawing/2014/main" id="{F7F2A67A-F515-EFA9-A5F3-F5FD6B2821D6}"/>
                  </a:ext>
                </a:extLst>
              </p:cNvPr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2" name="Google Shape;6522;p37">
                <a:extLst>
                  <a:ext uri="{FF2B5EF4-FFF2-40B4-BE49-F238E27FC236}">
                    <a16:creationId xmlns:a16="http://schemas.microsoft.com/office/drawing/2014/main" id="{94E8CFB2-612A-4E3A-47E1-B09159F6157D}"/>
                  </a:ext>
                </a:extLst>
              </p:cNvPr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3" name="Google Shape;6523;p37">
                <a:extLst>
                  <a:ext uri="{FF2B5EF4-FFF2-40B4-BE49-F238E27FC236}">
                    <a16:creationId xmlns:a16="http://schemas.microsoft.com/office/drawing/2014/main" id="{023AAE92-B2AE-B8F9-8BBC-0B4B5556B000}"/>
                  </a:ext>
                </a:extLst>
              </p:cNvPr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4" name="Google Shape;6524;p37">
                <a:extLst>
                  <a:ext uri="{FF2B5EF4-FFF2-40B4-BE49-F238E27FC236}">
                    <a16:creationId xmlns:a16="http://schemas.microsoft.com/office/drawing/2014/main" id="{3E6072E5-7DC8-7429-59C6-3CD75D4F9E07}"/>
                  </a:ext>
                </a:extLst>
              </p:cNvPr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5" name="Google Shape;6525;p37">
                <a:extLst>
                  <a:ext uri="{FF2B5EF4-FFF2-40B4-BE49-F238E27FC236}">
                    <a16:creationId xmlns:a16="http://schemas.microsoft.com/office/drawing/2014/main" id="{6D282749-3001-4C27-E838-C73D4F1A65D6}"/>
                  </a:ext>
                </a:extLst>
              </p:cNvPr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6" name="Google Shape;6526;p37">
                <a:extLst>
                  <a:ext uri="{FF2B5EF4-FFF2-40B4-BE49-F238E27FC236}">
                    <a16:creationId xmlns:a16="http://schemas.microsoft.com/office/drawing/2014/main" id="{52797FF8-CAFB-8E05-5B24-251725232821}"/>
                  </a:ext>
                </a:extLst>
              </p:cNvPr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7" name="Google Shape;6527;p37">
                <a:extLst>
                  <a:ext uri="{FF2B5EF4-FFF2-40B4-BE49-F238E27FC236}">
                    <a16:creationId xmlns:a16="http://schemas.microsoft.com/office/drawing/2014/main" id="{173FF5AA-B225-AA97-2579-34113207CE26}"/>
                  </a:ext>
                </a:extLst>
              </p:cNvPr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8" name="Google Shape;6528;p37">
                <a:extLst>
                  <a:ext uri="{FF2B5EF4-FFF2-40B4-BE49-F238E27FC236}">
                    <a16:creationId xmlns:a16="http://schemas.microsoft.com/office/drawing/2014/main" id="{A142FB28-AC42-3D78-C369-60A658F0F9C9}"/>
                  </a:ext>
                </a:extLst>
              </p:cNvPr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9" name="Google Shape;6529;p37">
                <a:extLst>
                  <a:ext uri="{FF2B5EF4-FFF2-40B4-BE49-F238E27FC236}">
                    <a16:creationId xmlns:a16="http://schemas.microsoft.com/office/drawing/2014/main" id="{E230BBCD-522E-3F8E-4062-C4962E7D1D56}"/>
                  </a:ext>
                </a:extLst>
              </p:cNvPr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0" name="Google Shape;6530;p37">
                <a:extLst>
                  <a:ext uri="{FF2B5EF4-FFF2-40B4-BE49-F238E27FC236}">
                    <a16:creationId xmlns:a16="http://schemas.microsoft.com/office/drawing/2014/main" id="{32C6DF66-03C0-5CDE-E000-20BB7247AB78}"/>
                  </a:ext>
                </a:extLst>
              </p:cNvPr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1" name="Google Shape;6531;p37">
                <a:extLst>
                  <a:ext uri="{FF2B5EF4-FFF2-40B4-BE49-F238E27FC236}">
                    <a16:creationId xmlns:a16="http://schemas.microsoft.com/office/drawing/2014/main" id="{E46649C5-B042-C603-0CE1-0B1CA8E457EA}"/>
                  </a:ext>
                </a:extLst>
              </p:cNvPr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2" name="Google Shape;6532;p37">
                <a:extLst>
                  <a:ext uri="{FF2B5EF4-FFF2-40B4-BE49-F238E27FC236}">
                    <a16:creationId xmlns:a16="http://schemas.microsoft.com/office/drawing/2014/main" id="{16E87544-D142-A867-6BC0-784B592BE396}"/>
                  </a:ext>
                </a:extLst>
              </p:cNvPr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3" name="Google Shape;6533;p37">
                <a:extLst>
                  <a:ext uri="{FF2B5EF4-FFF2-40B4-BE49-F238E27FC236}">
                    <a16:creationId xmlns:a16="http://schemas.microsoft.com/office/drawing/2014/main" id="{F9D7A733-F421-2986-E264-1C97407A345C}"/>
                  </a:ext>
                </a:extLst>
              </p:cNvPr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4" name="Google Shape;6534;p37">
                <a:extLst>
                  <a:ext uri="{FF2B5EF4-FFF2-40B4-BE49-F238E27FC236}">
                    <a16:creationId xmlns:a16="http://schemas.microsoft.com/office/drawing/2014/main" id="{4FBA2BAB-FB20-6608-CA24-8970370DE223}"/>
                  </a:ext>
                </a:extLst>
              </p:cNvPr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5" name="Google Shape;6535;p37">
                <a:extLst>
                  <a:ext uri="{FF2B5EF4-FFF2-40B4-BE49-F238E27FC236}">
                    <a16:creationId xmlns:a16="http://schemas.microsoft.com/office/drawing/2014/main" id="{856A89B7-3C65-611B-2B5C-5B6BA984F4C6}"/>
                  </a:ext>
                </a:extLst>
              </p:cNvPr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6" name="Google Shape;6536;p37">
                <a:extLst>
                  <a:ext uri="{FF2B5EF4-FFF2-40B4-BE49-F238E27FC236}">
                    <a16:creationId xmlns:a16="http://schemas.microsoft.com/office/drawing/2014/main" id="{A553C5CB-0D65-61B3-229C-083D881814FA}"/>
                  </a:ext>
                </a:extLst>
              </p:cNvPr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7" name="Google Shape;6537;p37">
                <a:extLst>
                  <a:ext uri="{FF2B5EF4-FFF2-40B4-BE49-F238E27FC236}">
                    <a16:creationId xmlns:a16="http://schemas.microsoft.com/office/drawing/2014/main" id="{0DF06003-9704-A384-1F07-0DA933190605}"/>
                  </a:ext>
                </a:extLst>
              </p:cNvPr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8" name="Google Shape;6538;p37">
                <a:extLst>
                  <a:ext uri="{FF2B5EF4-FFF2-40B4-BE49-F238E27FC236}">
                    <a16:creationId xmlns:a16="http://schemas.microsoft.com/office/drawing/2014/main" id="{762838C3-9F7F-A079-10BF-894BCF2C11DC}"/>
                  </a:ext>
                </a:extLst>
              </p:cNvPr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9" name="Google Shape;6539;p37">
                <a:extLst>
                  <a:ext uri="{FF2B5EF4-FFF2-40B4-BE49-F238E27FC236}">
                    <a16:creationId xmlns:a16="http://schemas.microsoft.com/office/drawing/2014/main" id="{BED8C015-B6E0-89BD-9836-15870BAD57DE}"/>
                  </a:ext>
                </a:extLst>
              </p:cNvPr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0" name="Google Shape;6540;p37">
                <a:extLst>
                  <a:ext uri="{FF2B5EF4-FFF2-40B4-BE49-F238E27FC236}">
                    <a16:creationId xmlns:a16="http://schemas.microsoft.com/office/drawing/2014/main" id="{51018D2B-A598-2B62-7017-2B58F0BF19C8}"/>
                  </a:ext>
                </a:extLst>
              </p:cNvPr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1" name="Google Shape;6541;p37">
                <a:extLst>
                  <a:ext uri="{FF2B5EF4-FFF2-40B4-BE49-F238E27FC236}">
                    <a16:creationId xmlns:a16="http://schemas.microsoft.com/office/drawing/2014/main" id="{333ACC84-2A6D-7B77-8602-136611FD29EC}"/>
                  </a:ext>
                </a:extLst>
              </p:cNvPr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2" name="Google Shape;6542;p37">
                <a:extLst>
                  <a:ext uri="{FF2B5EF4-FFF2-40B4-BE49-F238E27FC236}">
                    <a16:creationId xmlns:a16="http://schemas.microsoft.com/office/drawing/2014/main" id="{D6B6E98E-152F-FFBC-6907-8D15FBEDB336}"/>
                  </a:ext>
                </a:extLst>
              </p:cNvPr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3" name="Google Shape;6543;p37">
                <a:extLst>
                  <a:ext uri="{FF2B5EF4-FFF2-40B4-BE49-F238E27FC236}">
                    <a16:creationId xmlns:a16="http://schemas.microsoft.com/office/drawing/2014/main" id="{9BE60254-9E45-3A37-C336-C570AD950AB8}"/>
                  </a:ext>
                </a:extLst>
              </p:cNvPr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4" name="Google Shape;6544;p37">
                <a:extLst>
                  <a:ext uri="{FF2B5EF4-FFF2-40B4-BE49-F238E27FC236}">
                    <a16:creationId xmlns:a16="http://schemas.microsoft.com/office/drawing/2014/main" id="{AE602C88-6C19-BCE0-8077-A4EDE25B9F18}"/>
                  </a:ext>
                </a:extLst>
              </p:cNvPr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5" name="Google Shape;6545;p37">
                <a:extLst>
                  <a:ext uri="{FF2B5EF4-FFF2-40B4-BE49-F238E27FC236}">
                    <a16:creationId xmlns:a16="http://schemas.microsoft.com/office/drawing/2014/main" id="{8E565E1B-41B4-FCD2-0A14-C4C21665019A}"/>
                  </a:ext>
                </a:extLst>
              </p:cNvPr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6" name="Google Shape;6546;p37">
                <a:extLst>
                  <a:ext uri="{FF2B5EF4-FFF2-40B4-BE49-F238E27FC236}">
                    <a16:creationId xmlns:a16="http://schemas.microsoft.com/office/drawing/2014/main" id="{4DC3EB4E-179B-86CA-C479-1CFD02C1DF26}"/>
                  </a:ext>
                </a:extLst>
              </p:cNvPr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7" name="Google Shape;6547;p37">
                <a:extLst>
                  <a:ext uri="{FF2B5EF4-FFF2-40B4-BE49-F238E27FC236}">
                    <a16:creationId xmlns:a16="http://schemas.microsoft.com/office/drawing/2014/main" id="{725C0FD4-AB87-0C25-32FE-ADE0F9B946BE}"/>
                  </a:ext>
                </a:extLst>
              </p:cNvPr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8" name="Google Shape;6548;p37">
                <a:extLst>
                  <a:ext uri="{FF2B5EF4-FFF2-40B4-BE49-F238E27FC236}">
                    <a16:creationId xmlns:a16="http://schemas.microsoft.com/office/drawing/2014/main" id="{237ED1CD-A093-9593-1D1B-D63DBE716BBA}"/>
                  </a:ext>
                </a:extLst>
              </p:cNvPr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9" name="Google Shape;6549;p37">
                <a:extLst>
                  <a:ext uri="{FF2B5EF4-FFF2-40B4-BE49-F238E27FC236}">
                    <a16:creationId xmlns:a16="http://schemas.microsoft.com/office/drawing/2014/main" id="{4ABEEBB7-D4B5-8AF7-8EFC-98E01C8BA957}"/>
                  </a:ext>
                </a:extLst>
              </p:cNvPr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0" name="Google Shape;6550;p37">
                <a:extLst>
                  <a:ext uri="{FF2B5EF4-FFF2-40B4-BE49-F238E27FC236}">
                    <a16:creationId xmlns:a16="http://schemas.microsoft.com/office/drawing/2014/main" id="{4BBFE8C4-EDCD-55E5-138B-8141E0B9A76B}"/>
                  </a:ext>
                </a:extLst>
              </p:cNvPr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1" name="Google Shape;6551;p37">
                <a:extLst>
                  <a:ext uri="{FF2B5EF4-FFF2-40B4-BE49-F238E27FC236}">
                    <a16:creationId xmlns:a16="http://schemas.microsoft.com/office/drawing/2014/main" id="{40E6510D-D4D0-322E-56A7-5C75A9571D70}"/>
                  </a:ext>
                </a:extLst>
              </p:cNvPr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2" name="Google Shape;6552;p37">
                <a:extLst>
                  <a:ext uri="{FF2B5EF4-FFF2-40B4-BE49-F238E27FC236}">
                    <a16:creationId xmlns:a16="http://schemas.microsoft.com/office/drawing/2014/main" id="{585385E7-4D9A-F945-94FA-DE7A421F5F3D}"/>
                  </a:ext>
                </a:extLst>
              </p:cNvPr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3" name="Google Shape;6553;p37">
                <a:extLst>
                  <a:ext uri="{FF2B5EF4-FFF2-40B4-BE49-F238E27FC236}">
                    <a16:creationId xmlns:a16="http://schemas.microsoft.com/office/drawing/2014/main" id="{5AE13F4B-3273-E75E-B79D-7EED6FB6FFC6}"/>
                  </a:ext>
                </a:extLst>
              </p:cNvPr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4" name="Google Shape;6554;p37">
                <a:extLst>
                  <a:ext uri="{FF2B5EF4-FFF2-40B4-BE49-F238E27FC236}">
                    <a16:creationId xmlns:a16="http://schemas.microsoft.com/office/drawing/2014/main" id="{AC1A4816-E50D-7323-B342-D696978CE25C}"/>
                  </a:ext>
                </a:extLst>
              </p:cNvPr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5" name="Google Shape;6555;p37">
                <a:extLst>
                  <a:ext uri="{FF2B5EF4-FFF2-40B4-BE49-F238E27FC236}">
                    <a16:creationId xmlns:a16="http://schemas.microsoft.com/office/drawing/2014/main" id="{5757DFDE-CB86-6A4D-17CC-F7D3DEB7FB21}"/>
                  </a:ext>
                </a:extLst>
              </p:cNvPr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6" name="Google Shape;6556;p37">
                <a:extLst>
                  <a:ext uri="{FF2B5EF4-FFF2-40B4-BE49-F238E27FC236}">
                    <a16:creationId xmlns:a16="http://schemas.microsoft.com/office/drawing/2014/main" id="{FFE8F222-F37B-2600-AA9A-C9933C547E4B}"/>
                  </a:ext>
                </a:extLst>
              </p:cNvPr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7" name="Google Shape;6557;p37">
                <a:extLst>
                  <a:ext uri="{FF2B5EF4-FFF2-40B4-BE49-F238E27FC236}">
                    <a16:creationId xmlns:a16="http://schemas.microsoft.com/office/drawing/2014/main" id="{96393254-4110-BEC7-0334-9C366C5873AA}"/>
                  </a:ext>
                </a:extLst>
              </p:cNvPr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8" name="Google Shape;6558;p37">
                <a:extLst>
                  <a:ext uri="{FF2B5EF4-FFF2-40B4-BE49-F238E27FC236}">
                    <a16:creationId xmlns:a16="http://schemas.microsoft.com/office/drawing/2014/main" id="{46D85356-1F8A-6004-9900-22B8275B7C13}"/>
                  </a:ext>
                </a:extLst>
              </p:cNvPr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9" name="Google Shape;6559;p37">
                <a:extLst>
                  <a:ext uri="{FF2B5EF4-FFF2-40B4-BE49-F238E27FC236}">
                    <a16:creationId xmlns:a16="http://schemas.microsoft.com/office/drawing/2014/main" id="{5CD3B38C-46F0-36D8-F972-FCD0B2CD58BD}"/>
                  </a:ext>
                </a:extLst>
              </p:cNvPr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0" name="Google Shape;6560;p37">
                <a:extLst>
                  <a:ext uri="{FF2B5EF4-FFF2-40B4-BE49-F238E27FC236}">
                    <a16:creationId xmlns:a16="http://schemas.microsoft.com/office/drawing/2014/main" id="{67F93FEC-188B-6D80-43B8-463817B72CEB}"/>
                  </a:ext>
                </a:extLst>
              </p:cNvPr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1" name="Google Shape;6561;p37">
                <a:extLst>
                  <a:ext uri="{FF2B5EF4-FFF2-40B4-BE49-F238E27FC236}">
                    <a16:creationId xmlns:a16="http://schemas.microsoft.com/office/drawing/2014/main" id="{3683A08C-2E5E-F984-8586-81F4085A3093}"/>
                  </a:ext>
                </a:extLst>
              </p:cNvPr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2" name="Google Shape;6562;p37">
                <a:extLst>
                  <a:ext uri="{FF2B5EF4-FFF2-40B4-BE49-F238E27FC236}">
                    <a16:creationId xmlns:a16="http://schemas.microsoft.com/office/drawing/2014/main" id="{A4E8CCAC-CFC1-D180-4093-9EE96B1A1D31}"/>
                  </a:ext>
                </a:extLst>
              </p:cNvPr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3" name="Google Shape;6563;p37">
                <a:extLst>
                  <a:ext uri="{FF2B5EF4-FFF2-40B4-BE49-F238E27FC236}">
                    <a16:creationId xmlns:a16="http://schemas.microsoft.com/office/drawing/2014/main" id="{1ECBEA3A-B4ED-1E4B-B699-03E9D3223791}"/>
                  </a:ext>
                </a:extLst>
              </p:cNvPr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4" name="Google Shape;6564;p37">
                <a:extLst>
                  <a:ext uri="{FF2B5EF4-FFF2-40B4-BE49-F238E27FC236}">
                    <a16:creationId xmlns:a16="http://schemas.microsoft.com/office/drawing/2014/main" id="{953A82C8-529D-FCE4-4650-0A88DA10D7B6}"/>
                  </a:ext>
                </a:extLst>
              </p:cNvPr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65" name="Google Shape;6565;p37">
              <a:extLst>
                <a:ext uri="{FF2B5EF4-FFF2-40B4-BE49-F238E27FC236}">
                  <a16:creationId xmlns:a16="http://schemas.microsoft.com/office/drawing/2014/main" id="{5203B596-1698-CD9E-0C08-0C215D4DD4C1}"/>
                </a:ext>
              </a:extLst>
            </p:cNvPr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6566" name="Google Shape;6566;p37">
                <a:extLst>
                  <a:ext uri="{FF2B5EF4-FFF2-40B4-BE49-F238E27FC236}">
                    <a16:creationId xmlns:a16="http://schemas.microsoft.com/office/drawing/2014/main" id="{FC953800-EA5E-EFF0-A532-D615740E5100}"/>
                  </a:ext>
                </a:extLst>
              </p:cNvPr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7" name="Google Shape;6567;p37">
                <a:extLst>
                  <a:ext uri="{FF2B5EF4-FFF2-40B4-BE49-F238E27FC236}">
                    <a16:creationId xmlns:a16="http://schemas.microsoft.com/office/drawing/2014/main" id="{1B87DB41-92D6-8F4B-C710-D0256076C42B}"/>
                  </a:ext>
                </a:extLst>
              </p:cNvPr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8" name="Google Shape;6568;p37">
                <a:extLst>
                  <a:ext uri="{FF2B5EF4-FFF2-40B4-BE49-F238E27FC236}">
                    <a16:creationId xmlns:a16="http://schemas.microsoft.com/office/drawing/2014/main" id="{6005EA50-CB68-16C7-70DE-9037A4F8FD18}"/>
                  </a:ext>
                </a:extLst>
              </p:cNvPr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9" name="Google Shape;6569;p37">
                <a:extLst>
                  <a:ext uri="{FF2B5EF4-FFF2-40B4-BE49-F238E27FC236}">
                    <a16:creationId xmlns:a16="http://schemas.microsoft.com/office/drawing/2014/main" id="{3664CCFC-E930-15CA-364D-2C46AB89C4F1}"/>
                  </a:ext>
                </a:extLst>
              </p:cNvPr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0" name="Google Shape;6570;p37">
                <a:extLst>
                  <a:ext uri="{FF2B5EF4-FFF2-40B4-BE49-F238E27FC236}">
                    <a16:creationId xmlns:a16="http://schemas.microsoft.com/office/drawing/2014/main" id="{8D354A7C-C6C0-D856-50C4-EADF17F130F0}"/>
                  </a:ext>
                </a:extLst>
              </p:cNvPr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1" name="Google Shape;6571;p37">
                <a:extLst>
                  <a:ext uri="{FF2B5EF4-FFF2-40B4-BE49-F238E27FC236}">
                    <a16:creationId xmlns:a16="http://schemas.microsoft.com/office/drawing/2014/main" id="{0417210A-2890-70CC-9E50-C777EC70E344}"/>
                  </a:ext>
                </a:extLst>
              </p:cNvPr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2" name="Google Shape;6572;p37">
                <a:extLst>
                  <a:ext uri="{FF2B5EF4-FFF2-40B4-BE49-F238E27FC236}">
                    <a16:creationId xmlns:a16="http://schemas.microsoft.com/office/drawing/2014/main" id="{3BE88B5C-F676-D7B8-DCC8-07581EDC19BD}"/>
                  </a:ext>
                </a:extLst>
              </p:cNvPr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3" name="Google Shape;6573;p37">
                <a:extLst>
                  <a:ext uri="{FF2B5EF4-FFF2-40B4-BE49-F238E27FC236}">
                    <a16:creationId xmlns:a16="http://schemas.microsoft.com/office/drawing/2014/main" id="{12FE51CE-7FF3-F26B-AC40-666F379F80BB}"/>
                  </a:ext>
                </a:extLst>
              </p:cNvPr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4" name="Google Shape;6574;p37">
                <a:extLst>
                  <a:ext uri="{FF2B5EF4-FFF2-40B4-BE49-F238E27FC236}">
                    <a16:creationId xmlns:a16="http://schemas.microsoft.com/office/drawing/2014/main" id="{9BDFDF4D-B843-9FE4-F6EC-BCEE39CDD1B0}"/>
                  </a:ext>
                </a:extLst>
              </p:cNvPr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5" name="Google Shape;6575;p37">
                <a:extLst>
                  <a:ext uri="{FF2B5EF4-FFF2-40B4-BE49-F238E27FC236}">
                    <a16:creationId xmlns:a16="http://schemas.microsoft.com/office/drawing/2014/main" id="{9F10AEB5-2923-63AE-134C-538C96427913}"/>
                  </a:ext>
                </a:extLst>
              </p:cNvPr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6" name="Google Shape;6576;p37">
                <a:extLst>
                  <a:ext uri="{FF2B5EF4-FFF2-40B4-BE49-F238E27FC236}">
                    <a16:creationId xmlns:a16="http://schemas.microsoft.com/office/drawing/2014/main" id="{BF2B54E0-9D8D-F218-59C0-A7B01F41B140}"/>
                  </a:ext>
                </a:extLst>
              </p:cNvPr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7" name="Google Shape;6577;p37">
                <a:extLst>
                  <a:ext uri="{FF2B5EF4-FFF2-40B4-BE49-F238E27FC236}">
                    <a16:creationId xmlns:a16="http://schemas.microsoft.com/office/drawing/2014/main" id="{A4A2BC92-9881-5F58-F41B-954294B4BF33}"/>
                  </a:ext>
                </a:extLst>
              </p:cNvPr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8" name="Google Shape;6578;p37">
                <a:extLst>
                  <a:ext uri="{FF2B5EF4-FFF2-40B4-BE49-F238E27FC236}">
                    <a16:creationId xmlns:a16="http://schemas.microsoft.com/office/drawing/2014/main" id="{3CD191A4-5805-1FA6-7575-84F9BFF802BD}"/>
                  </a:ext>
                </a:extLst>
              </p:cNvPr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9" name="Google Shape;6579;p37">
                <a:extLst>
                  <a:ext uri="{FF2B5EF4-FFF2-40B4-BE49-F238E27FC236}">
                    <a16:creationId xmlns:a16="http://schemas.microsoft.com/office/drawing/2014/main" id="{95C5B2ED-A929-D022-BF11-65C468BA0FE1}"/>
                  </a:ext>
                </a:extLst>
              </p:cNvPr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0" name="Google Shape;6580;p37">
                <a:extLst>
                  <a:ext uri="{FF2B5EF4-FFF2-40B4-BE49-F238E27FC236}">
                    <a16:creationId xmlns:a16="http://schemas.microsoft.com/office/drawing/2014/main" id="{592A3269-72BC-BFB1-D32F-27963D120FE5}"/>
                  </a:ext>
                </a:extLst>
              </p:cNvPr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1" name="Google Shape;6581;p37">
                <a:extLst>
                  <a:ext uri="{FF2B5EF4-FFF2-40B4-BE49-F238E27FC236}">
                    <a16:creationId xmlns:a16="http://schemas.microsoft.com/office/drawing/2014/main" id="{7ECB5A24-5C77-D5A6-AB7B-2D7FE63B708C}"/>
                  </a:ext>
                </a:extLst>
              </p:cNvPr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2" name="Google Shape;6582;p37">
                <a:extLst>
                  <a:ext uri="{FF2B5EF4-FFF2-40B4-BE49-F238E27FC236}">
                    <a16:creationId xmlns:a16="http://schemas.microsoft.com/office/drawing/2014/main" id="{9C2FF90C-E0F0-C140-3C13-646B67B4D5F3}"/>
                  </a:ext>
                </a:extLst>
              </p:cNvPr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3" name="Google Shape;6583;p37">
                <a:extLst>
                  <a:ext uri="{FF2B5EF4-FFF2-40B4-BE49-F238E27FC236}">
                    <a16:creationId xmlns:a16="http://schemas.microsoft.com/office/drawing/2014/main" id="{C05081DF-6798-B36F-32CE-119E93317A78}"/>
                  </a:ext>
                </a:extLst>
              </p:cNvPr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4" name="Google Shape;6584;p37">
                <a:extLst>
                  <a:ext uri="{FF2B5EF4-FFF2-40B4-BE49-F238E27FC236}">
                    <a16:creationId xmlns:a16="http://schemas.microsoft.com/office/drawing/2014/main" id="{F31923AF-0D85-221D-19C6-B776F94628D5}"/>
                  </a:ext>
                </a:extLst>
              </p:cNvPr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5" name="Google Shape;6585;p37">
                <a:extLst>
                  <a:ext uri="{FF2B5EF4-FFF2-40B4-BE49-F238E27FC236}">
                    <a16:creationId xmlns:a16="http://schemas.microsoft.com/office/drawing/2014/main" id="{66958571-0DC8-38D1-A409-A89794F47269}"/>
                  </a:ext>
                </a:extLst>
              </p:cNvPr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6" name="Google Shape;6586;p37">
                <a:extLst>
                  <a:ext uri="{FF2B5EF4-FFF2-40B4-BE49-F238E27FC236}">
                    <a16:creationId xmlns:a16="http://schemas.microsoft.com/office/drawing/2014/main" id="{C6EB5030-B22F-586C-71F0-041BE1136C88}"/>
                  </a:ext>
                </a:extLst>
              </p:cNvPr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7" name="Google Shape;6587;p37">
                <a:extLst>
                  <a:ext uri="{FF2B5EF4-FFF2-40B4-BE49-F238E27FC236}">
                    <a16:creationId xmlns:a16="http://schemas.microsoft.com/office/drawing/2014/main" id="{96B2223D-23D1-2FF1-1535-805EFC3DAF13}"/>
                  </a:ext>
                </a:extLst>
              </p:cNvPr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8" name="Google Shape;6588;p37">
                <a:extLst>
                  <a:ext uri="{FF2B5EF4-FFF2-40B4-BE49-F238E27FC236}">
                    <a16:creationId xmlns:a16="http://schemas.microsoft.com/office/drawing/2014/main" id="{BBC0A0BF-7F8F-544A-A98D-0F43B3FB7E81}"/>
                  </a:ext>
                </a:extLst>
              </p:cNvPr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9" name="Google Shape;6589;p37">
                <a:extLst>
                  <a:ext uri="{FF2B5EF4-FFF2-40B4-BE49-F238E27FC236}">
                    <a16:creationId xmlns:a16="http://schemas.microsoft.com/office/drawing/2014/main" id="{F6E90B09-4C95-61A4-40F7-1F2A1D62A000}"/>
                  </a:ext>
                </a:extLst>
              </p:cNvPr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0" name="Google Shape;6590;p37">
                <a:extLst>
                  <a:ext uri="{FF2B5EF4-FFF2-40B4-BE49-F238E27FC236}">
                    <a16:creationId xmlns:a16="http://schemas.microsoft.com/office/drawing/2014/main" id="{04D7B9D8-1F92-FDCB-2582-24C3D401B93F}"/>
                  </a:ext>
                </a:extLst>
              </p:cNvPr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1" name="Google Shape;6591;p37">
                <a:extLst>
                  <a:ext uri="{FF2B5EF4-FFF2-40B4-BE49-F238E27FC236}">
                    <a16:creationId xmlns:a16="http://schemas.microsoft.com/office/drawing/2014/main" id="{EA87C21A-A975-D84A-D211-4F83C8A4288B}"/>
                  </a:ext>
                </a:extLst>
              </p:cNvPr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2" name="Google Shape;6592;p37">
                <a:extLst>
                  <a:ext uri="{FF2B5EF4-FFF2-40B4-BE49-F238E27FC236}">
                    <a16:creationId xmlns:a16="http://schemas.microsoft.com/office/drawing/2014/main" id="{17ED48E5-0FAA-DA7F-D486-B7118DC6FFBA}"/>
                  </a:ext>
                </a:extLst>
              </p:cNvPr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3" name="Google Shape;6593;p37">
                <a:extLst>
                  <a:ext uri="{FF2B5EF4-FFF2-40B4-BE49-F238E27FC236}">
                    <a16:creationId xmlns:a16="http://schemas.microsoft.com/office/drawing/2014/main" id="{1453ACE4-31F1-8A46-27D0-819434B3ED3E}"/>
                  </a:ext>
                </a:extLst>
              </p:cNvPr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4" name="Google Shape;6594;p37">
                <a:extLst>
                  <a:ext uri="{FF2B5EF4-FFF2-40B4-BE49-F238E27FC236}">
                    <a16:creationId xmlns:a16="http://schemas.microsoft.com/office/drawing/2014/main" id="{B46EAEE7-B4B7-E6BD-D4A2-B2CFCC085773}"/>
                  </a:ext>
                </a:extLst>
              </p:cNvPr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5" name="Google Shape;6595;p37">
                <a:extLst>
                  <a:ext uri="{FF2B5EF4-FFF2-40B4-BE49-F238E27FC236}">
                    <a16:creationId xmlns:a16="http://schemas.microsoft.com/office/drawing/2014/main" id="{FA18DCD9-5DC6-C9FC-0F3F-2077BE31454F}"/>
                  </a:ext>
                </a:extLst>
              </p:cNvPr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6" name="Google Shape;6596;p37">
                <a:extLst>
                  <a:ext uri="{FF2B5EF4-FFF2-40B4-BE49-F238E27FC236}">
                    <a16:creationId xmlns:a16="http://schemas.microsoft.com/office/drawing/2014/main" id="{FD9D5F97-6D9E-19A7-EEC3-C35A0D88A4E0}"/>
                  </a:ext>
                </a:extLst>
              </p:cNvPr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7" name="Google Shape;6597;p37">
                <a:extLst>
                  <a:ext uri="{FF2B5EF4-FFF2-40B4-BE49-F238E27FC236}">
                    <a16:creationId xmlns:a16="http://schemas.microsoft.com/office/drawing/2014/main" id="{C78FDC74-987D-E6F0-E4FA-5E3E0C121899}"/>
                  </a:ext>
                </a:extLst>
              </p:cNvPr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8" name="Google Shape;6598;p37">
                <a:extLst>
                  <a:ext uri="{FF2B5EF4-FFF2-40B4-BE49-F238E27FC236}">
                    <a16:creationId xmlns:a16="http://schemas.microsoft.com/office/drawing/2014/main" id="{7B57A4C3-DC60-A956-816B-7369881D7BB0}"/>
                  </a:ext>
                </a:extLst>
              </p:cNvPr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9" name="Google Shape;6599;p37">
                <a:extLst>
                  <a:ext uri="{FF2B5EF4-FFF2-40B4-BE49-F238E27FC236}">
                    <a16:creationId xmlns:a16="http://schemas.microsoft.com/office/drawing/2014/main" id="{B84D3C39-7CC3-17AF-56EA-F76B21832F33}"/>
                  </a:ext>
                </a:extLst>
              </p:cNvPr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0" name="Google Shape;6600;p37">
                <a:extLst>
                  <a:ext uri="{FF2B5EF4-FFF2-40B4-BE49-F238E27FC236}">
                    <a16:creationId xmlns:a16="http://schemas.microsoft.com/office/drawing/2014/main" id="{6281B6C0-4FEF-6FAA-BA6D-8B996DAD6A06}"/>
                  </a:ext>
                </a:extLst>
              </p:cNvPr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1" name="Google Shape;6601;p37">
                <a:extLst>
                  <a:ext uri="{FF2B5EF4-FFF2-40B4-BE49-F238E27FC236}">
                    <a16:creationId xmlns:a16="http://schemas.microsoft.com/office/drawing/2014/main" id="{4E271FD4-57C8-B8C7-CD85-7A12ABD81D44}"/>
                  </a:ext>
                </a:extLst>
              </p:cNvPr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2" name="Google Shape;6602;p37">
                <a:extLst>
                  <a:ext uri="{FF2B5EF4-FFF2-40B4-BE49-F238E27FC236}">
                    <a16:creationId xmlns:a16="http://schemas.microsoft.com/office/drawing/2014/main" id="{414892ED-D17C-066E-2077-04F72EB6A448}"/>
                  </a:ext>
                </a:extLst>
              </p:cNvPr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3" name="Google Shape;6603;p37">
                <a:extLst>
                  <a:ext uri="{FF2B5EF4-FFF2-40B4-BE49-F238E27FC236}">
                    <a16:creationId xmlns:a16="http://schemas.microsoft.com/office/drawing/2014/main" id="{DF47BAF7-99B1-7BEF-850D-57734C2A3650}"/>
                  </a:ext>
                </a:extLst>
              </p:cNvPr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4" name="Google Shape;6604;p37">
                <a:extLst>
                  <a:ext uri="{FF2B5EF4-FFF2-40B4-BE49-F238E27FC236}">
                    <a16:creationId xmlns:a16="http://schemas.microsoft.com/office/drawing/2014/main" id="{7E44682F-7C1E-74FA-E502-FF3DC66A5DF2}"/>
                  </a:ext>
                </a:extLst>
              </p:cNvPr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5" name="Google Shape;6605;p37">
                <a:extLst>
                  <a:ext uri="{FF2B5EF4-FFF2-40B4-BE49-F238E27FC236}">
                    <a16:creationId xmlns:a16="http://schemas.microsoft.com/office/drawing/2014/main" id="{56EE58D4-BB21-F299-AB9C-6AA67D769862}"/>
                  </a:ext>
                </a:extLst>
              </p:cNvPr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6" name="Google Shape;6606;p37">
                <a:extLst>
                  <a:ext uri="{FF2B5EF4-FFF2-40B4-BE49-F238E27FC236}">
                    <a16:creationId xmlns:a16="http://schemas.microsoft.com/office/drawing/2014/main" id="{1A7FA2A0-B62F-467B-81A2-ADF8B0FE7DE2}"/>
                  </a:ext>
                </a:extLst>
              </p:cNvPr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7" name="Google Shape;6607;p37">
                <a:extLst>
                  <a:ext uri="{FF2B5EF4-FFF2-40B4-BE49-F238E27FC236}">
                    <a16:creationId xmlns:a16="http://schemas.microsoft.com/office/drawing/2014/main" id="{945B0487-A2E4-8A06-41BE-2FA597303D6A}"/>
                  </a:ext>
                </a:extLst>
              </p:cNvPr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8" name="Google Shape;6608;p37">
                <a:extLst>
                  <a:ext uri="{FF2B5EF4-FFF2-40B4-BE49-F238E27FC236}">
                    <a16:creationId xmlns:a16="http://schemas.microsoft.com/office/drawing/2014/main" id="{A4DCF302-2D84-70FF-92AF-048B71A90687}"/>
                  </a:ext>
                </a:extLst>
              </p:cNvPr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09" name="Google Shape;6609;p37">
              <a:extLst>
                <a:ext uri="{FF2B5EF4-FFF2-40B4-BE49-F238E27FC236}">
                  <a16:creationId xmlns:a16="http://schemas.microsoft.com/office/drawing/2014/main" id="{7DE40486-426E-3827-966F-633DEE04A302}"/>
                </a:ext>
              </a:extLst>
            </p:cNvPr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6610" name="Google Shape;6610;p37">
                <a:extLst>
                  <a:ext uri="{FF2B5EF4-FFF2-40B4-BE49-F238E27FC236}">
                    <a16:creationId xmlns:a16="http://schemas.microsoft.com/office/drawing/2014/main" id="{2450EA02-C0E4-0E54-FE69-536AA5C9A48C}"/>
                  </a:ext>
                </a:extLst>
              </p:cNvPr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1" name="Google Shape;6611;p37">
                <a:extLst>
                  <a:ext uri="{FF2B5EF4-FFF2-40B4-BE49-F238E27FC236}">
                    <a16:creationId xmlns:a16="http://schemas.microsoft.com/office/drawing/2014/main" id="{87A7EE7A-0138-C6E2-3FA8-DBD30CEA5AE4}"/>
                  </a:ext>
                </a:extLst>
              </p:cNvPr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2" name="Google Shape;6612;p37">
                <a:extLst>
                  <a:ext uri="{FF2B5EF4-FFF2-40B4-BE49-F238E27FC236}">
                    <a16:creationId xmlns:a16="http://schemas.microsoft.com/office/drawing/2014/main" id="{740FA351-E6FB-6FF0-C0CF-59D18570E503}"/>
                  </a:ext>
                </a:extLst>
              </p:cNvPr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3" name="Google Shape;6613;p37">
                <a:extLst>
                  <a:ext uri="{FF2B5EF4-FFF2-40B4-BE49-F238E27FC236}">
                    <a16:creationId xmlns:a16="http://schemas.microsoft.com/office/drawing/2014/main" id="{DF204600-EEE8-F5A9-08F6-6FBC6774C080}"/>
                  </a:ext>
                </a:extLst>
              </p:cNvPr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4" name="Google Shape;6614;p37">
                <a:extLst>
                  <a:ext uri="{FF2B5EF4-FFF2-40B4-BE49-F238E27FC236}">
                    <a16:creationId xmlns:a16="http://schemas.microsoft.com/office/drawing/2014/main" id="{D77D99E1-17C4-FDC6-06C9-91D786257F51}"/>
                  </a:ext>
                </a:extLst>
              </p:cNvPr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5" name="Google Shape;6615;p37">
                <a:extLst>
                  <a:ext uri="{FF2B5EF4-FFF2-40B4-BE49-F238E27FC236}">
                    <a16:creationId xmlns:a16="http://schemas.microsoft.com/office/drawing/2014/main" id="{2ACBA34C-E3C4-8A83-4376-8798AB8742BE}"/>
                  </a:ext>
                </a:extLst>
              </p:cNvPr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6" name="Google Shape;6616;p37">
                <a:extLst>
                  <a:ext uri="{FF2B5EF4-FFF2-40B4-BE49-F238E27FC236}">
                    <a16:creationId xmlns:a16="http://schemas.microsoft.com/office/drawing/2014/main" id="{0AA9E126-78A6-1A0D-6A3E-DFD372BCB20B}"/>
                  </a:ext>
                </a:extLst>
              </p:cNvPr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7" name="Google Shape;6617;p37">
                <a:extLst>
                  <a:ext uri="{FF2B5EF4-FFF2-40B4-BE49-F238E27FC236}">
                    <a16:creationId xmlns:a16="http://schemas.microsoft.com/office/drawing/2014/main" id="{5DB08F45-A510-D9AC-7B4C-631AD74BD4BC}"/>
                  </a:ext>
                </a:extLst>
              </p:cNvPr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8" name="Google Shape;6618;p37">
                <a:extLst>
                  <a:ext uri="{FF2B5EF4-FFF2-40B4-BE49-F238E27FC236}">
                    <a16:creationId xmlns:a16="http://schemas.microsoft.com/office/drawing/2014/main" id="{0D19E648-B4FF-86FF-60F9-3081B6262B0B}"/>
                  </a:ext>
                </a:extLst>
              </p:cNvPr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9" name="Google Shape;6619;p37">
                <a:extLst>
                  <a:ext uri="{FF2B5EF4-FFF2-40B4-BE49-F238E27FC236}">
                    <a16:creationId xmlns:a16="http://schemas.microsoft.com/office/drawing/2014/main" id="{2F39AF7D-83FF-16D9-F677-AB898DDD5A85}"/>
                  </a:ext>
                </a:extLst>
              </p:cNvPr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0" name="Google Shape;6620;p37">
                <a:extLst>
                  <a:ext uri="{FF2B5EF4-FFF2-40B4-BE49-F238E27FC236}">
                    <a16:creationId xmlns:a16="http://schemas.microsoft.com/office/drawing/2014/main" id="{3F9FA87D-2D1F-7C68-CDF9-F5751A7CA090}"/>
                  </a:ext>
                </a:extLst>
              </p:cNvPr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1" name="Google Shape;6621;p37">
                <a:extLst>
                  <a:ext uri="{FF2B5EF4-FFF2-40B4-BE49-F238E27FC236}">
                    <a16:creationId xmlns:a16="http://schemas.microsoft.com/office/drawing/2014/main" id="{BED5E8B9-3913-CA81-B2A6-679256E8ED10}"/>
                  </a:ext>
                </a:extLst>
              </p:cNvPr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2" name="Google Shape;6622;p37">
                <a:extLst>
                  <a:ext uri="{FF2B5EF4-FFF2-40B4-BE49-F238E27FC236}">
                    <a16:creationId xmlns:a16="http://schemas.microsoft.com/office/drawing/2014/main" id="{CBDD5AA1-8996-77E6-40E1-0C22E3BAD15B}"/>
                  </a:ext>
                </a:extLst>
              </p:cNvPr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3" name="Google Shape;6623;p37">
                <a:extLst>
                  <a:ext uri="{FF2B5EF4-FFF2-40B4-BE49-F238E27FC236}">
                    <a16:creationId xmlns:a16="http://schemas.microsoft.com/office/drawing/2014/main" id="{1CF03F05-9414-E2B9-C025-968394A7EC99}"/>
                  </a:ext>
                </a:extLst>
              </p:cNvPr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4" name="Google Shape;6624;p37">
                <a:extLst>
                  <a:ext uri="{FF2B5EF4-FFF2-40B4-BE49-F238E27FC236}">
                    <a16:creationId xmlns:a16="http://schemas.microsoft.com/office/drawing/2014/main" id="{5A5272ED-0052-1228-79B6-C50A5A8B873E}"/>
                  </a:ext>
                </a:extLst>
              </p:cNvPr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5" name="Google Shape;6625;p37">
                <a:extLst>
                  <a:ext uri="{FF2B5EF4-FFF2-40B4-BE49-F238E27FC236}">
                    <a16:creationId xmlns:a16="http://schemas.microsoft.com/office/drawing/2014/main" id="{78E1994A-8AAB-DEB4-7AF5-4A5C57F4F5FB}"/>
                  </a:ext>
                </a:extLst>
              </p:cNvPr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6" name="Google Shape;6626;p37">
                <a:extLst>
                  <a:ext uri="{FF2B5EF4-FFF2-40B4-BE49-F238E27FC236}">
                    <a16:creationId xmlns:a16="http://schemas.microsoft.com/office/drawing/2014/main" id="{922F758A-7684-FD2B-4014-1D427EF686AD}"/>
                  </a:ext>
                </a:extLst>
              </p:cNvPr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7" name="Google Shape;6627;p37">
                <a:extLst>
                  <a:ext uri="{FF2B5EF4-FFF2-40B4-BE49-F238E27FC236}">
                    <a16:creationId xmlns:a16="http://schemas.microsoft.com/office/drawing/2014/main" id="{CA7BBC9A-C514-6F3A-AEE4-0CBED1B0BD0C}"/>
                  </a:ext>
                </a:extLst>
              </p:cNvPr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8" name="Google Shape;6628;p37">
                <a:extLst>
                  <a:ext uri="{FF2B5EF4-FFF2-40B4-BE49-F238E27FC236}">
                    <a16:creationId xmlns:a16="http://schemas.microsoft.com/office/drawing/2014/main" id="{6FEC964D-21AB-B419-5567-8E8F616EAC81}"/>
                  </a:ext>
                </a:extLst>
              </p:cNvPr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9" name="Google Shape;6629;p37">
                <a:extLst>
                  <a:ext uri="{FF2B5EF4-FFF2-40B4-BE49-F238E27FC236}">
                    <a16:creationId xmlns:a16="http://schemas.microsoft.com/office/drawing/2014/main" id="{D62DAB0E-1C90-1D22-06BE-0AF9D6103268}"/>
                  </a:ext>
                </a:extLst>
              </p:cNvPr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0" name="Google Shape;6630;p37">
                <a:extLst>
                  <a:ext uri="{FF2B5EF4-FFF2-40B4-BE49-F238E27FC236}">
                    <a16:creationId xmlns:a16="http://schemas.microsoft.com/office/drawing/2014/main" id="{E805E9B8-5A20-A00D-9BFC-111B05C06686}"/>
                  </a:ext>
                </a:extLst>
              </p:cNvPr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1" name="Google Shape;6631;p37">
                <a:extLst>
                  <a:ext uri="{FF2B5EF4-FFF2-40B4-BE49-F238E27FC236}">
                    <a16:creationId xmlns:a16="http://schemas.microsoft.com/office/drawing/2014/main" id="{6AF8507B-E34F-1955-641D-E4C1595AD489}"/>
                  </a:ext>
                </a:extLst>
              </p:cNvPr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2" name="Google Shape;6632;p37">
                <a:extLst>
                  <a:ext uri="{FF2B5EF4-FFF2-40B4-BE49-F238E27FC236}">
                    <a16:creationId xmlns:a16="http://schemas.microsoft.com/office/drawing/2014/main" id="{364D4315-5556-AFC4-7364-3131CE73FA6A}"/>
                  </a:ext>
                </a:extLst>
              </p:cNvPr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3" name="Google Shape;6633;p37">
                <a:extLst>
                  <a:ext uri="{FF2B5EF4-FFF2-40B4-BE49-F238E27FC236}">
                    <a16:creationId xmlns:a16="http://schemas.microsoft.com/office/drawing/2014/main" id="{C7D74BDB-9FEC-A6CA-6110-9EE994F61E7B}"/>
                  </a:ext>
                </a:extLst>
              </p:cNvPr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4" name="Google Shape;6634;p37">
                <a:extLst>
                  <a:ext uri="{FF2B5EF4-FFF2-40B4-BE49-F238E27FC236}">
                    <a16:creationId xmlns:a16="http://schemas.microsoft.com/office/drawing/2014/main" id="{E21F4A83-F2D0-F512-1798-C15C940C82D0}"/>
                  </a:ext>
                </a:extLst>
              </p:cNvPr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5" name="Google Shape;6635;p37">
                <a:extLst>
                  <a:ext uri="{FF2B5EF4-FFF2-40B4-BE49-F238E27FC236}">
                    <a16:creationId xmlns:a16="http://schemas.microsoft.com/office/drawing/2014/main" id="{80379713-1532-A860-E373-98A1405EE6C9}"/>
                  </a:ext>
                </a:extLst>
              </p:cNvPr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6" name="Google Shape;6636;p37">
                <a:extLst>
                  <a:ext uri="{FF2B5EF4-FFF2-40B4-BE49-F238E27FC236}">
                    <a16:creationId xmlns:a16="http://schemas.microsoft.com/office/drawing/2014/main" id="{310D5C48-BDB3-A569-55DB-D550CF7BE5B4}"/>
                  </a:ext>
                </a:extLst>
              </p:cNvPr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7" name="Google Shape;6637;p37">
                <a:extLst>
                  <a:ext uri="{FF2B5EF4-FFF2-40B4-BE49-F238E27FC236}">
                    <a16:creationId xmlns:a16="http://schemas.microsoft.com/office/drawing/2014/main" id="{4E33C556-CCBE-D74C-AEFE-680FE5C7DBAD}"/>
                  </a:ext>
                </a:extLst>
              </p:cNvPr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8" name="Google Shape;6638;p37">
                <a:extLst>
                  <a:ext uri="{FF2B5EF4-FFF2-40B4-BE49-F238E27FC236}">
                    <a16:creationId xmlns:a16="http://schemas.microsoft.com/office/drawing/2014/main" id="{4836FF2B-F36F-870E-A39F-E2CE23C7EDA4}"/>
                  </a:ext>
                </a:extLst>
              </p:cNvPr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9" name="Google Shape;6639;p37">
                <a:extLst>
                  <a:ext uri="{FF2B5EF4-FFF2-40B4-BE49-F238E27FC236}">
                    <a16:creationId xmlns:a16="http://schemas.microsoft.com/office/drawing/2014/main" id="{7ABD1311-6F34-8132-B0A4-BC364DBE9E4D}"/>
                  </a:ext>
                </a:extLst>
              </p:cNvPr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0" name="Google Shape;6640;p37">
                <a:extLst>
                  <a:ext uri="{FF2B5EF4-FFF2-40B4-BE49-F238E27FC236}">
                    <a16:creationId xmlns:a16="http://schemas.microsoft.com/office/drawing/2014/main" id="{1A003529-FC19-03AE-92A6-B536CB5BA76B}"/>
                  </a:ext>
                </a:extLst>
              </p:cNvPr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1" name="Google Shape;6641;p37">
                <a:extLst>
                  <a:ext uri="{FF2B5EF4-FFF2-40B4-BE49-F238E27FC236}">
                    <a16:creationId xmlns:a16="http://schemas.microsoft.com/office/drawing/2014/main" id="{876F8B61-19E9-F744-9799-B56030A70FD4}"/>
                  </a:ext>
                </a:extLst>
              </p:cNvPr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2" name="Google Shape;6642;p37">
                <a:extLst>
                  <a:ext uri="{FF2B5EF4-FFF2-40B4-BE49-F238E27FC236}">
                    <a16:creationId xmlns:a16="http://schemas.microsoft.com/office/drawing/2014/main" id="{8F882E5A-D221-FAE5-D67E-D8F1CD8A0CCB}"/>
                  </a:ext>
                </a:extLst>
              </p:cNvPr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3" name="Google Shape;6643;p37">
                <a:extLst>
                  <a:ext uri="{FF2B5EF4-FFF2-40B4-BE49-F238E27FC236}">
                    <a16:creationId xmlns:a16="http://schemas.microsoft.com/office/drawing/2014/main" id="{2318FDC7-04C6-DAE3-B6FF-B52177605DCB}"/>
                  </a:ext>
                </a:extLst>
              </p:cNvPr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4" name="Google Shape;6644;p37">
                <a:extLst>
                  <a:ext uri="{FF2B5EF4-FFF2-40B4-BE49-F238E27FC236}">
                    <a16:creationId xmlns:a16="http://schemas.microsoft.com/office/drawing/2014/main" id="{EB240945-D8C1-5D92-5893-EFB5680D607D}"/>
                  </a:ext>
                </a:extLst>
              </p:cNvPr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5" name="Google Shape;6645;p37">
                <a:extLst>
                  <a:ext uri="{FF2B5EF4-FFF2-40B4-BE49-F238E27FC236}">
                    <a16:creationId xmlns:a16="http://schemas.microsoft.com/office/drawing/2014/main" id="{687B90BC-DA72-00BE-0190-3243011BD84B}"/>
                  </a:ext>
                </a:extLst>
              </p:cNvPr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6" name="Google Shape;6646;p37">
                <a:extLst>
                  <a:ext uri="{FF2B5EF4-FFF2-40B4-BE49-F238E27FC236}">
                    <a16:creationId xmlns:a16="http://schemas.microsoft.com/office/drawing/2014/main" id="{4431AA5C-AB53-039B-84AC-C8AFDA3E7FB6}"/>
                  </a:ext>
                </a:extLst>
              </p:cNvPr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7" name="Google Shape;6647;p37">
                <a:extLst>
                  <a:ext uri="{FF2B5EF4-FFF2-40B4-BE49-F238E27FC236}">
                    <a16:creationId xmlns:a16="http://schemas.microsoft.com/office/drawing/2014/main" id="{F7161C82-00D8-F2A8-EF7E-BA86C2F0D2F6}"/>
                  </a:ext>
                </a:extLst>
              </p:cNvPr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8" name="Google Shape;6648;p37">
                <a:extLst>
                  <a:ext uri="{FF2B5EF4-FFF2-40B4-BE49-F238E27FC236}">
                    <a16:creationId xmlns:a16="http://schemas.microsoft.com/office/drawing/2014/main" id="{E62E599B-ED0C-BC7A-B2A3-6038AC1BFCAD}"/>
                  </a:ext>
                </a:extLst>
              </p:cNvPr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9" name="Google Shape;6649;p37">
                <a:extLst>
                  <a:ext uri="{FF2B5EF4-FFF2-40B4-BE49-F238E27FC236}">
                    <a16:creationId xmlns:a16="http://schemas.microsoft.com/office/drawing/2014/main" id="{0C9702D2-09BE-9E92-F41C-D8814B59E49A}"/>
                  </a:ext>
                </a:extLst>
              </p:cNvPr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0" name="Google Shape;6650;p37">
                <a:extLst>
                  <a:ext uri="{FF2B5EF4-FFF2-40B4-BE49-F238E27FC236}">
                    <a16:creationId xmlns:a16="http://schemas.microsoft.com/office/drawing/2014/main" id="{C123FB39-5A7B-D0A8-6A3B-06A101FC8EF5}"/>
                  </a:ext>
                </a:extLst>
              </p:cNvPr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51" name="Google Shape;6651;p37">
              <a:extLst>
                <a:ext uri="{FF2B5EF4-FFF2-40B4-BE49-F238E27FC236}">
                  <a16:creationId xmlns:a16="http://schemas.microsoft.com/office/drawing/2014/main" id="{AA965F03-2CF3-60FB-C9FF-6EAE5DFB90B2}"/>
                </a:ext>
              </a:extLst>
            </p:cNvPr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6652" name="Google Shape;6652;p37">
                <a:extLst>
                  <a:ext uri="{FF2B5EF4-FFF2-40B4-BE49-F238E27FC236}">
                    <a16:creationId xmlns:a16="http://schemas.microsoft.com/office/drawing/2014/main" id="{F5932C72-F132-B6A6-B356-37F9604AEB11}"/>
                  </a:ext>
                </a:extLst>
              </p:cNvPr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3" name="Google Shape;6653;p37">
                <a:extLst>
                  <a:ext uri="{FF2B5EF4-FFF2-40B4-BE49-F238E27FC236}">
                    <a16:creationId xmlns:a16="http://schemas.microsoft.com/office/drawing/2014/main" id="{1574A1A4-9E1A-1AA6-1517-31C6E2D4CF90}"/>
                  </a:ext>
                </a:extLst>
              </p:cNvPr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4" name="Google Shape;6654;p37">
                <a:extLst>
                  <a:ext uri="{FF2B5EF4-FFF2-40B4-BE49-F238E27FC236}">
                    <a16:creationId xmlns:a16="http://schemas.microsoft.com/office/drawing/2014/main" id="{DD50C991-7E98-B4F9-EC61-580506AD3BC5}"/>
                  </a:ext>
                </a:extLst>
              </p:cNvPr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5" name="Google Shape;6655;p37">
                <a:extLst>
                  <a:ext uri="{FF2B5EF4-FFF2-40B4-BE49-F238E27FC236}">
                    <a16:creationId xmlns:a16="http://schemas.microsoft.com/office/drawing/2014/main" id="{C1C61FF6-6027-7052-9CB6-992467B8C32A}"/>
                  </a:ext>
                </a:extLst>
              </p:cNvPr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6" name="Google Shape;6656;p37">
                <a:extLst>
                  <a:ext uri="{FF2B5EF4-FFF2-40B4-BE49-F238E27FC236}">
                    <a16:creationId xmlns:a16="http://schemas.microsoft.com/office/drawing/2014/main" id="{CF724D39-5A9A-DAD4-ED7B-93B348BA9E1D}"/>
                  </a:ext>
                </a:extLst>
              </p:cNvPr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7" name="Google Shape;6657;p37">
                <a:extLst>
                  <a:ext uri="{FF2B5EF4-FFF2-40B4-BE49-F238E27FC236}">
                    <a16:creationId xmlns:a16="http://schemas.microsoft.com/office/drawing/2014/main" id="{05ABC7AE-393F-04C9-FB33-682BA3545EBD}"/>
                  </a:ext>
                </a:extLst>
              </p:cNvPr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8" name="Google Shape;6658;p37">
                <a:extLst>
                  <a:ext uri="{FF2B5EF4-FFF2-40B4-BE49-F238E27FC236}">
                    <a16:creationId xmlns:a16="http://schemas.microsoft.com/office/drawing/2014/main" id="{D2D3854B-1A39-E63C-453A-5FF0A55CF7C9}"/>
                  </a:ext>
                </a:extLst>
              </p:cNvPr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9" name="Google Shape;6659;p37">
                <a:extLst>
                  <a:ext uri="{FF2B5EF4-FFF2-40B4-BE49-F238E27FC236}">
                    <a16:creationId xmlns:a16="http://schemas.microsoft.com/office/drawing/2014/main" id="{D0C9A772-C760-F995-58FC-BF0C1C7C0C94}"/>
                  </a:ext>
                </a:extLst>
              </p:cNvPr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0" name="Google Shape;6660;p37">
                <a:extLst>
                  <a:ext uri="{FF2B5EF4-FFF2-40B4-BE49-F238E27FC236}">
                    <a16:creationId xmlns:a16="http://schemas.microsoft.com/office/drawing/2014/main" id="{2DBDB703-D354-E897-7868-138599D49318}"/>
                  </a:ext>
                </a:extLst>
              </p:cNvPr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1" name="Google Shape;6661;p37">
                <a:extLst>
                  <a:ext uri="{FF2B5EF4-FFF2-40B4-BE49-F238E27FC236}">
                    <a16:creationId xmlns:a16="http://schemas.microsoft.com/office/drawing/2014/main" id="{F21BB5BC-62DA-B078-6FDA-D6570730D0E5}"/>
                  </a:ext>
                </a:extLst>
              </p:cNvPr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2" name="Google Shape;6662;p37">
                <a:extLst>
                  <a:ext uri="{FF2B5EF4-FFF2-40B4-BE49-F238E27FC236}">
                    <a16:creationId xmlns:a16="http://schemas.microsoft.com/office/drawing/2014/main" id="{0D8FDC2E-1E64-826D-9793-2991FAE607B5}"/>
                  </a:ext>
                </a:extLst>
              </p:cNvPr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3" name="Google Shape;6663;p37">
                <a:extLst>
                  <a:ext uri="{FF2B5EF4-FFF2-40B4-BE49-F238E27FC236}">
                    <a16:creationId xmlns:a16="http://schemas.microsoft.com/office/drawing/2014/main" id="{2FA26742-A995-E7FB-E793-486139FF1DED}"/>
                  </a:ext>
                </a:extLst>
              </p:cNvPr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4" name="Google Shape;6664;p37">
                <a:extLst>
                  <a:ext uri="{FF2B5EF4-FFF2-40B4-BE49-F238E27FC236}">
                    <a16:creationId xmlns:a16="http://schemas.microsoft.com/office/drawing/2014/main" id="{91B37E1D-BD7D-E081-0B13-5A745D158F6E}"/>
                  </a:ext>
                </a:extLst>
              </p:cNvPr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5" name="Google Shape;6665;p37">
                <a:extLst>
                  <a:ext uri="{FF2B5EF4-FFF2-40B4-BE49-F238E27FC236}">
                    <a16:creationId xmlns:a16="http://schemas.microsoft.com/office/drawing/2014/main" id="{23E9F39D-4994-8365-8BCF-B53889360AFF}"/>
                  </a:ext>
                </a:extLst>
              </p:cNvPr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6" name="Google Shape;6666;p37">
                <a:extLst>
                  <a:ext uri="{FF2B5EF4-FFF2-40B4-BE49-F238E27FC236}">
                    <a16:creationId xmlns:a16="http://schemas.microsoft.com/office/drawing/2014/main" id="{DEA5EFB1-A044-025C-182D-A4C20805E2E2}"/>
                  </a:ext>
                </a:extLst>
              </p:cNvPr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37">
                <a:extLst>
                  <a:ext uri="{FF2B5EF4-FFF2-40B4-BE49-F238E27FC236}">
                    <a16:creationId xmlns:a16="http://schemas.microsoft.com/office/drawing/2014/main" id="{50BF3000-F05B-7D08-7CB1-0887CD78C880}"/>
                  </a:ext>
                </a:extLst>
              </p:cNvPr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8" name="Google Shape;6668;p37">
                <a:extLst>
                  <a:ext uri="{FF2B5EF4-FFF2-40B4-BE49-F238E27FC236}">
                    <a16:creationId xmlns:a16="http://schemas.microsoft.com/office/drawing/2014/main" id="{2B2C266E-6AD0-4347-1A56-6EC6DBDF4983}"/>
                  </a:ext>
                </a:extLst>
              </p:cNvPr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9" name="Google Shape;6669;p37">
                <a:extLst>
                  <a:ext uri="{FF2B5EF4-FFF2-40B4-BE49-F238E27FC236}">
                    <a16:creationId xmlns:a16="http://schemas.microsoft.com/office/drawing/2014/main" id="{F9DB798C-0FEB-1DFB-7F15-B863FB220A3D}"/>
                  </a:ext>
                </a:extLst>
              </p:cNvPr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0" name="Google Shape;6670;p37">
                <a:extLst>
                  <a:ext uri="{FF2B5EF4-FFF2-40B4-BE49-F238E27FC236}">
                    <a16:creationId xmlns:a16="http://schemas.microsoft.com/office/drawing/2014/main" id="{3E455E8B-DCFC-C23F-4F31-FC04A84D22F0}"/>
                  </a:ext>
                </a:extLst>
              </p:cNvPr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1" name="Google Shape;6671;p37">
                <a:extLst>
                  <a:ext uri="{FF2B5EF4-FFF2-40B4-BE49-F238E27FC236}">
                    <a16:creationId xmlns:a16="http://schemas.microsoft.com/office/drawing/2014/main" id="{0D784D6F-364D-6862-7EEC-41B020E0EA0F}"/>
                  </a:ext>
                </a:extLst>
              </p:cNvPr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2" name="Google Shape;6672;p37">
                <a:extLst>
                  <a:ext uri="{FF2B5EF4-FFF2-40B4-BE49-F238E27FC236}">
                    <a16:creationId xmlns:a16="http://schemas.microsoft.com/office/drawing/2014/main" id="{895E1FF6-789D-821B-F152-ED4C2A454DAF}"/>
                  </a:ext>
                </a:extLst>
              </p:cNvPr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3" name="Google Shape;6673;p37">
                <a:extLst>
                  <a:ext uri="{FF2B5EF4-FFF2-40B4-BE49-F238E27FC236}">
                    <a16:creationId xmlns:a16="http://schemas.microsoft.com/office/drawing/2014/main" id="{E3FF29DE-F232-3CDC-23C2-6D74300921E0}"/>
                  </a:ext>
                </a:extLst>
              </p:cNvPr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4" name="Google Shape;6674;p37">
                <a:extLst>
                  <a:ext uri="{FF2B5EF4-FFF2-40B4-BE49-F238E27FC236}">
                    <a16:creationId xmlns:a16="http://schemas.microsoft.com/office/drawing/2014/main" id="{FB2C5828-FF76-D9B1-8EAE-6366989981D9}"/>
                  </a:ext>
                </a:extLst>
              </p:cNvPr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5" name="Google Shape;6675;p37">
                <a:extLst>
                  <a:ext uri="{FF2B5EF4-FFF2-40B4-BE49-F238E27FC236}">
                    <a16:creationId xmlns:a16="http://schemas.microsoft.com/office/drawing/2014/main" id="{C5717950-7121-3D2D-561B-E8744DBC4AD4}"/>
                  </a:ext>
                </a:extLst>
              </p:cNvPr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6" name="Google Shape;6676;p37">
                <a:extLst>
                  <a:ext uri="{FF2B5EF4-FFF2-40B4-BE49-F238E27FC236}">
                    <a16:creationId xmlns:a16="http://schemas.microsoft.com/office/drawing/2014/main" id="{E5DAAE98-7094-B553-D875-A5E5D648A351}"/>
                  </a:ext>
                </a:extLst>
              </p:cNvPr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7" name="Google Shape;6677;p37">
                <a:extLst>
                  <a:ext uri="{FF2B5EF4-FFF2-40B4-BE49-F238E27FC236}">
                    <a16:creationId xmlns:a16="http://schemas.microsoft.com/office/drawing/2014/main" id="{CE1DC61F-55C3-5F4F-7087-BDBBAED03170}"/>
                  </a:ext>
                </a:extLst>
              </p:cNvPr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8" name="Google Shape;6678;p37">
                <a:extLst>
                  <a:ext uri="{FF2B5EF4-FFF2-40B4-BE49-F238E27FC236}">
                    <a16:creationId xmlns:a16="http://schemas.microsoft.com/office/drawing/2014/main" id="{2335587E-7C48-C1AD-3DAA-65B8282292BE}"/>
                  </a:ext>
                </a:extLst>
              </p:cNvPr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9" name="Google Shape;6679;p37">
                <a:extLst>
                  <a:ext uri="{FF2B5EF4-FFF2-40B4-BE49-F238E27FC236}">
                    <a16:creationId xmlns:a16="http://schemas.microsoft.com/office/drawing/2014/main" id="{300A6622-EE9D-E31D-25D2-0B1F3692C3E6}"/>
                  </a:ext>
                </a:extLst>
              </p:cNvPr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0" name="Google Shape;6680;p37">
                <a:extLst>
                  <a:ext uri="{FF2B5EF4-FFF2-40B4-BE49-F238E27FC236}">
                    <a16:creationId xmlns:a16="http://schemas.microsoft.com/office/drawing/2014/main" id="{2FB45665-18B5-C697-86FD-7ACE0FFC32BD}"/>
                  </a:ext>
                </a:extLst>
              </p:cNvPr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1" name="Google Shape;6681;p37">
                <a:extLst>
                  <a:ext uri="{FF2B5EF4-FFF2-40B4-BE49-F238E27FC236}">
                    <a16:creationId xmlns:a16="http://schemas.microsoft.com/office/drawing/2014/main" id="{D7ECFCBF-30D2-16A7-1983-10C643D8FBC6}"/>
                  </a:ext>
                </a:extLst>
              </p:cNvPr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2" name="Google Shape;6682;p37">
                <a:extLst>
                  <a:ext uri="{FF2B5EF4-FFF2-40B4-BE49-F238E27FC236}">
                    <a16:creationId xmlns:a16="http://schemas.microsoft.com/office/drawing/2014/main" id="{7306122A-B5C6-4718-2DD4-05397228BAD8}"/>
                  </a:ext>
                </a:extLst>
              </p:cNvPr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3" name="Google Shape;6683;p37">
                <a:extLst>
                  <a:ext uri="{FF2B5EF4-FFF2-40B4-BE49-F238E27FC236}">
                    <a16:creationId xmlns:a16="http://schemas.microsoft.com/office/drawing/2014/main" id="{A1FE925B-369A-0668-22B2-9485935DFE68}"/>
                  </a:ext>
                </a:extLst>
              </p:cNvPr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4" name="Google Shape;6684;p37">
                <a:extLst>
                  <a:ext uri="{FF2B5EF4-FFF2-40B4-BE49-F238E27FC236}">
                    <a16:creationId xmlns:a16="http://schemas.microsoft.com/office/drawing/2014/main" id="{68730453-8A50-DDC3-8410-2A3E8A808654}"/>
                  </a:ext>
                </a:extLst>
              </p:cNvPr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5" name="Google Shape;6685;p37">
                <a:extLst>
                  <a:ext uri="{FF2B5EF4-FFF2-40B4-BE49-F238E27FC236}">
                    <a16:creationId xmlns:a16="http://schemas.microsoft.com/office/drawing/2014/main" id="{EA1F4B08-E1F8-9564-4122-A88A751DD3AE}"/>
                  </a:ext>
                </a:extLst>
              </p:cNvPr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6" name="Google Shape;6686;p37">
                <a:extLst>
                  <a:ext uri="{FF2B5EF4-FFF2-40B4-BE49-F238E27FC236}">
                    <a16:creationId xmlns:a16="http://schemas.microsoft.com/office/drawing/2014/main" id="{2ECC5112-7D0D-B62C-3C88-5A193559E3EA}"/>
                  </a:ext>
                </a:extLst>
              </p:cNvPr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7" name="Google Shape;6687;p37">
                <a:extLst>
                  <a:ext uri="{FF2B5EF4-FFF2-40B4-BE49-F238E27FC236}">
                    <a16:creationId xmlns:a16="http://schemas.microsoft.com/office/drawing/2014/main" id="{408D4EC1-692E-52E2-EBF8-B680EC7EAC04}"/>
                  </a:ext>
                </a:extLst>
              </p:cNvPr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8" name="Google Shape;6688;p37">
                <a:extLst>
                  <a:ext uri="{FF2B5EF4-FFF2-40B4-BE49-F238E27FC236}">
                    <a16:creationId xmlns:a16="http://schemas.microsoft.com/office/drawing/2014/main" id="{D758748E-9357-1528-6D19-DA13B896DBD6}"/>
                  </a:ext>
                </a:extLst>
              </p:cNvPr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9" name="Google Shape;6689;p37">
                <a:extLst>
                  <a:ext uri="{FF2B5EF4-FFF2-40B4-BE49-F238E27FC236}">
                    <a16:creationId xmlns:a16="http://schemas.microsoft.com/office/drawing/2014/main" id="{490EA791-E123-2444-5718-94360E3A1611}"/>
                  </a:ext>
                </a:extLst>
              </p:cNvPr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0" name="Google Shape;6690;p37">
                <a:extLst>
                  <a:ext uri="{FF2B5EF4-FFF2-40B4-BE49-F238E27FC236}">
                    <a16:creationId xmlns:a16="http://schemas.microsoft.com/office/drawing/2014/main" id="{6ECD7BF6-0182-FF36-60AD-6FFD4ABB7E9B}"/>
                  </a:ext>
                </a:extLst>
              </p:cNvPr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1" name="Google Shape;6691;p37">
            <a:extLst>
              <a:ext uri="{FF2B5EF4-FFF2-40B4-BE49-F238E27FC236}">
                <a16:creationId xmlns:a16="http://schemas.microsoft.com/office/drawing/2014/main" id="{A987139E-A40B-7382-EBBB-88A0DCFA20FD}"/>
              </a:ext>
            </a:extLst>
          </p:cNvPr>
          <p:cNvSpPr/>
          <p:nvPr/>
        </p:nvSpPr>
        <p:spPr>
          <a:xfrm rot="2700000">
            <a:off x="1351681" y="3672419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0882618-D2CE-2F48-9C09-F8D8515B6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31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700;p40">
            <a:extLst>
              <a:ext uri="{FF2B5EF4-FFF2-40B4-BE49-F238E27FC236}">
                <a16:creationId xmlns:a16="http://schemas.microsoft.com/office/drawing/2014/main" id="{32C59D15-9FB5-4524-E1B6-D59741666B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13175" y="1021200"/>
            <a:ext cx="4674002" cy="9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 algn="l"/>
            <a:r>
              <a:rPr lang="ru-RU" dirty="0">
                <a:latin typeface="Montserrat" panose="00000500000000000000" pitchFamily="2" charset="-52"/>
              </a:rPr>
              <a:t>Диаграмма классов описывает структуру системы.</a:t>
            </a:r>
          </a:p>
          <a:p>
            <a:pPr indent="0" algn="l"/>
            <a:endParaRPr lang="ru-RU" dirty="0">
              <a:latin typeface="Montserrat" panose="00000500000000000000" pitchFamily="2" charset="-52"/>
            </a:endParaRPr>
          </a:p>
          <a:p>
            <a:pPr indent="0" algn="l"/>
            <a:r>
              <a:rPr lang="ru-RU" b="1" dirty="0">
                <a:latin typeface="Montserrat" panose="00000500000000000000" pitchFamily="2" charset="-52"/>
              </a:rPr>
              <a:t>Основные классы: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Пользователь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Заказ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Деталь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Смета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Девайс</a:t>
            </a:r>
          </a:p>
          <a:p>
            <a:pPr indent="0" algn="l">
              <a:buFont typeface="Arial" panose="020B0604020202020204" pitchFamily="34" charset="0"/>
              <a:buChar char="•"/>
            </a:pPr>
            <a:endParaRPr lang="ru-RU" dirty="0">
              <a:latin typeface="Montserrat" panose="00000500000000000000" pitchFamily="2" charset="-52"/>
            </a:endParaRPr>
          </a:p>
          <a:p>
            <a:pPr indent="0" algn="l"/>
            <a:r>
              <a:rPr lang="ru-RU" dirty="0">
                <a:latin typeface="Montserrat" panose="00000500000000000000" pitchFamily="2" charset="-52"/>
              </a:rPr>
              <a:t>Показаны связи между объектами и их основные атрибуты и методы.</a:t>
            </a:r>
          </a:p>
        </p:txBody>
      </p:sp>
    </p:spTree>
    <p:extLst>
      <p:ext uri="{BB962C8B-B14F-4D97-AF65-F5344CB8AC3E}">
        <p14:creationId xmlns:p14="http://schemas.microsoft.com/office/powerpoint/2010/main" val="1364581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9" name="Google Shape;7699;p40"/>
          <p:cNvSpPr txBox="1">
            <a:spLocks noGrp="1"/>
          </p:cNvSpPr>
          <p:nvPr>
            <p:ph type="title"/>
          </p:nvPr>
        </p:nvSpPr>
        <p:spPr>
          <a:xfrm>
            <a:off x="713224" y="1851000"/>
            <a:ext cx="398609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400" dirty="0"/>
              <a:t>Диаграмма последовательностей</a:t>
            </a:r>
            <a:endParaRPr sz="2400" dirty="0"/>
          </a:p>
        </p:txBody>
      </p:sp>
      <p:sp>
        <p:nvSpPr>
          <p:cNvPr id="7700" name="Google Shape;7700;p40"/>
          <p:cNvSpPr txBox="1">
            <a:spLocks noGrp="1"/>
          </p:cNvSpPr>
          <p:nvPr>
            <p:ph type="subTitle" idx="1"/>
          </p:nvPr>
        </p:nvSpPr>
        <p:spPr>
          <a:xfrm>
            <a:off x="250028" y="2306700"/>
            <a:ext cx="4321972" cy="9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342900"/>
            <a:r>
              <a:rPr lang="ru-RU" sz="1600" dirty="0">
                <a:latin typeface="Montserrat" panose="00000500000000000000" pitchFamily="2" charset="-52"/>
              </a:rPr>
              <a:t>Диаграмма последовательностей демонстрирует все доступные пользователю услуги и отражает порядок взаимодействия между объектами системы.</a:t>
            </a:r>
          </a:p>
        </p:txBody>
      </p:sp>
      <p:sp>
        <p:nvSpPr>
          <p:cNvPr id="7701" name="Google Shape;7701;p40"/>
          <p:cNvSpPr/>
          <p:nvPr/>
        </p:nvSpPr>
        <p:spPr>
          <a:xfrm>
            <a:off x="5595404" y="891931"/>
            <a:ext cx="1664618" cy="3176204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6" name="Google Shape;7706;p40"/>
          <p:cNvSpPr/>
          <p:nvPr/>
        </p:nvSpPr>
        <p:spPr>
          <a:xfrm rot="491312">
            <a:off x="2337656" y="-1845055"/>
            <a:ext cx="3049558" cy="3033306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6C71AE0-1090-D628-8C7B-310F7C3D8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718" y="40830"/>
            <a:ext cx="3731455" cy="50618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1" name="Google Shape;5661;p34"/>
          <p:cNvSpPr txBox="1">
            <a:spLocks noGrp="1"/>
          </p:cNvSpPr>
          <p:nvPr>
            <p:ph type="subTitle" idx="1"/>
          </p:nvPr>
        </p:nvSpPr>
        <p:spPr>
          <a:xfrm>
            <a:off x="1502700" y="478688"/>
            <a:ext cx="61386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/>
              <a:t>Диаграмма компонентов</a:t>
            </a:r>
            <a:endParaRPr dirty="0"/>
          </a:p>
        </p:txBody>
      </p:sp>
      <p:sp>
        <p:nvSpPr>
          <p:cNvPr id="5662" name="Google Shape;5662;p34"/>
          <p:cNvSpPr txBox="1">
            <a:spLocks noGrp="1"/>
          </p:cNvSpPr>
          <p:nvPr>
            <p:ph type="subTitle" idx="2"/>
          </p:nvPr>
        </p:nvSpPr>
        <p:spPr>
          <a:xfrm>
            <a:off x="5232125" y="1462019"/>
            <a:ext cx="3069300" cy="9102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 algn="l"/>
            <a:r>
              <a:rPr lang="ru-RU" sz="1600" dirty="0">
                <a:latin typeface="Montserrat" panose="00000500000000000000" pitchFamily="2" charset="-52"/>
              </a:rPr>
              <a:t>Диаграмма показывает архитектуру приложения.</a:t>
            </a:r>
          </a:p>
          <a:p>
            <a:pPr indent="0" algn="l"/>
            <a:r>
              <a:rPr lang="ru-RU" sz="1600" dirty="0">
                <a:latin typeface="Montserrat" panose="00000500000000000000" pitchFamily="2" charset="-52"/>
              </a:rPr>
              <a:t>Компоненты взаимодействуют между собой через четко определённые интерфейсы.</a:t>
            </a:r>
          </a:p>
        </p:txBody>
      </p:sp>
      <p:sp>
        <p:nvSpPr>
          <p:cNvPr id="5667" name="Google Shape;5667;p34"/>
          <p:cNvSpPr/>
          <p:nvPr/>
        </p:nvSpPr>
        <p:spPr>
          <a:xfrm rot="409828">
            <a:off x="7655397" y="3397002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9" name="Google Shape;5669;p34"/>
          <p:cNvSpPr/>
          <p:nvPr/>
        </p:nvSpPr>
        <p:spPr>
          <a:xfrm>
            <a:off x="842575" y="20965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FBAE1B2-5DC2-6927-FEAD-635D12748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70" y="1202061"/>
            <a:ext cx="4883734" cy="33984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4" name="Google Shape;5674;p3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Выбор стека технологий</a:t>
            </a:r>
            <a:endParaRPr dirty="0"/>
          </a:p>
        </p:txBody>
      </p:sp>
      <p:sp>
        <p:nvSpPr>
          <p:cNvPr id="5675" name="Google Shape;5675;p35"/>
          <p:cNvSpPr txBox="1">
            <a:spLocks noGrp="1"/>
          </p:cNvSpPr>
          <p:nvPr>
            <p:ph type="subTitle" idx="1"/>
          </p:nvPr>
        </p:nvSpPr>
        <p:spPr>
          <a:xfrm>
            <a:off x="713225" y="1404450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Django </a:t>
            </a:r>
            <a:endParaRPr dirty="0"/>
          </a:p>
        </p:txBody>
      </p:sp>
      <p:sp>
        <p:nvSpPr>
          <p:cNvPr id="5676" name="Google Shape;5676;p35"/>
          <p:cNvSpPr txBox="1">
            <a:spLocks noGrp="1"/>
          </p:cNvSpPr>
          <p:nvPr>
            <p:ph type="subTitle" idx="2"/>
          </p:nvPr>
        </p:nvSpPr>
        <p:spPr>
          <a:xfrm>
            <a:off x="312516" y="1786251"/>
            <a:ext cx="4259484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0" algn="l"/>
            <a:r>
              <a:rPr lang="ru-RU" dirty="0">
                <a:latin typeface="Montserrat" panose="00000500000000000000" pitchFamily="2" charset="-52"/>
              </a:rPr>
              <a:t>обеспечивает быстрое создание надёжных и безопасных веб-приложений;</a:t>
            </a:r>
          </a:p>
          <a:p>
            <a:pPr lvl="0" indent="0" algn="l"/>
            <a:r>
              <a:rPr lang="ru-RU" dirty="0">
                <a:latin typeface="Montserrat" panose="00000500000000000000" pitchFamily="2" charset="-52"/>
              </a:rPr>
              <a:t>Чёткое разделение слоёв логики (MVC-подход);</a:t>
            </a:r>
          </a:p>
          <a:p>
            <a:pPr indent="0" algn="l"/>
            <a:r>
              <a:rPr lang="ru-RU" dirty="0">
                <a:latin typeface="Montserrat" panose="00000500000000000000" pitchFamily="2" charset="-52"/>
              </a:rPr>
              <a:t>Большое сообщество и богатая экосистема библиотек.</a:t>
            </a:r>
          </a:p>
        </p:txBody>
      </p:sp>
      <p:sp>
        <p:nvSpPr>
          <p:cNvPr id="5677" name="Google Shape;5677;p35"/>
          <p:cNvSpPr txBox="1">
            <a:spLocks noGrp="1"/>
          </p:cNvSpPr>
          <p:nvPr>
            <p:ph type="subTitle" idx="3"/>
          </p:nvPr>
        </p:nvSpPr>
        <p:spPr>
          <a:xfrm>
            <a:off x="4742275" y="1404450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MySQL </a:t>
            </a:r>
            <a:endParaRPr dirty="0"/>
          </a:p>
        </p:txBody>
      </p:sp>
      <p:sp>
        <p:nvSpPr>
          <p:cNvPr id="5678" name="Google Shape;5678;p35"/>
          <p:cNvSpPr txBox="1">
            <a:spLocks noGrp="1"/>
          </p:cNvSpPr>
          <p:nvPr>
            <p:ph type="subTitle" idx="4"/>
          </p:nvPr>
        </p:nvSpPr>
        <p:spPr>
          <a:xfrm>
            <a:off x="4742275" y="1786251"/>
            <a:ext cx="36885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ru-RU" dirty="0">
                <a:latin typeface="Montserrat" panose="00000500000000000000" pitchFamily="2" charset="-52"/>
              </a:rPr>
              <a:t>Надёжное и безопасное хранение данных;</a:t>
            </a:r>
          </a:p>
          <a:p>
            <a:pPr lvl="0" algn="l"/>
            <a:r>
              <a:rPr lang="ru-RU" dirty="0">
                <a:latin typeface="Montserrat" panose="00000500000000000000" pitchFamily="2" charset="-52"/>
              </a:rPr>
              <a:t>Простая установка и настройка;</a:t>
            </a:r>
          </a:p>
          <a:p>
            <a:pPr algn="l"/>
            <a:r>
              <a:rPr lang="ru-RU" dirty="0">
                <a:latin typeface="Montserrat" panose="00000500000000000000" pitchFamily="2" charset="-52"/>
              </a:rPr>
              <a:t>Хорошая интеграция с </a:t>
            </a:r>
            <a:r>
              <a:rPr lang="ru-RU" dirty="0" err="1">
                <a:latin typeface="Montserrat" panose="00000500000000000000" pitchFamily="2" charset="-52"/>
              </a:rPr>
              <a:t>Django</a:t>
            </a:r>
            <a:r>
              <a:rPr lang="ru-RU" dirty="0">
                <a:latin typeface="Montserrat" panose="00000500000000000000" pitchFamily="2" charset="-52"/>
              </a:rPr>
              <a:t>.</a:t>
            </a:r>
          </a:p>
          <a:p>
            <a:pPr lvl="0"/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5679" name="Google Shape;5679;p35"/>
          <p:cNvSpPr txBox="1">
            <a:spLocks noGrp="1"/>
          </p:cNvSpPr>
          <p:nvPr>
            <p:ph type="subTitle" idx="5"/>
          </p:nvPr>
        </p:nvSpPr>
        <p:spPr>
          <a:xfrm>
            <a:off x="2727748" y="2905801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HTML</a:t>
            </a:r>
            <a:r>
              <a:rPr lang="ru-RU" dirty="0"/>
              <a:t>, </a:t>
            </a:r>
            <a:r>
              <a:rPr lang="en-US" dirty="0"/>
              <a:t>CSS</a:t>
            </a:r>
            <a:endParaRPr dirty="0"/>
          </a:p>
        </p:txBody>
      </p:sp>
      <p:sp>
        <p:nvSpPr>
          <p:cNvPr id="5680" name="Google Shape;5680;p35"/>
          <p:cNvSpPr txBox="1">
            <a:spLocks noGrp="1"/>
          </p:cNvSpPr>
          <p:nvPr>
            <p:ph type="subTitle" idx="6"/>
          </p:nvPr>
        </p:nvSpPr>
        <p:spPr>
          <a:xfrm>
            <a:off x="883500" y="3315265"/>
            <a:ext cx="771755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ru-RU" dirty="0">
                <a:latin typeface="Montserrat" panose="00000500000000000000" pitchFamily="2" charset="-52"/>
              </a:rPr>
              <a:t>Основные и наиболее распространённые технологии для разработки веб-интерфейсов;</a:t>
            </a:r>
          </a:p>
          <a:p>
            <a:pPr lvl="0" algn="l"/>
            <a:r>
              <a:rPr lang="ru-RU" dirty="0">
                <a:latin typeface="Montserrat" panose="00000500000000000000" pitchFamily="2" charset="-52"/>
              </a:rPr>
              <a:t>Большое количество учебных материалов, документации и примеров;</a:t>
            </a:r>
          </a:p>
          <a:p>
            <a:pPr lvl="0" algn="l"/>
            <a:r>
              <a:rPr lang="ru-RU" dirty="0">
                <a:latin typeface="Montserrat" panose="00000500000000000000" pitchFamily="2" charset="-52"/>
              </a:rPr>
              <a:t>Хорошая совместимость с </a:t>
            </a:r>
            <a:r>
              <a:rPr lang="ru-RU" dirty="0" err="1">
                <a:latin typeface="Montserrat" panose="00000500000000000000" pitchFamily="2" charset="-52"/>
              </a:rPr>
              <a:t>backend</a:t>
            </a:r>
            <a:r>
              <a:rPr lang="ru-RU" dirty="0">
                <a:latin typeface="Montserrat" panose="00000500000000000000" pitchFamily="2" charset="-52"/>
              </a:rPr>
              <a:t>-фреймворками.</a:t>
            </a:r>
          </a:p>
        </p:txBody>
      </p:sp>
      <p:grpSp>
        <p:nvGrpSpPr>
          <p:cNvPr id="5683" name="Google Shape;5683;p35"/>
          <p:cNvGrpSpPr/>
          <p:nvPr/>
        </p:nvGrpSpPr>
        <p:grpSpPr>
          <a:xfrm flipH="1">
            <a:off x="5930836" y="-1402383"/>
            <a:ext cx="4552378" cy="4582857"/>
            <a:chOff x="3819525" y="1138237"/>
            <a:chExt cx="4552378" cy="4582857"/>
          </a:xfrm>
        </p:grpSpPr>
        <p:grpSp>
          <p:nvGrpSpPr>
            <p:cNvPr id="5684" name="Google Shape;5684;p35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5685" name="Google Shape;5685;p35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6" name="Google Shape;5686;p35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7" name="Google Shape;5687;p35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8" name="Google Shape;5688;p35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9" name="Google Shape;5689;p35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0" name="Google Shape;5690;p35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1" name="Google Shape;5691;p35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2" name="Google Shape;5692;p35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3" name="Google Shape;5693;p35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4" name="Google Shape;5694;p35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5" name="Google Shape;5695;p35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6" name="Google Shape;5696;p35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7" name="Google Shape;5697;p35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8" name="Google Shape;5698;p35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9" name="Google Shape;5699;p35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0" name="Google Shape;5700;p35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1" name="Google Shape;5701;p35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2" name="Google Shape;5702;p35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3" name="Google Shape;5703;p35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4" name="Google Shape;5704;p35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5" name="Google Shape;5705;p35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6" name="Google Shape;5706;p35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7" name="Google Shape;5707;p35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8" name="Google Shape;5708;p35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9" name="Google Shape;5709;p35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0" name="Google Shape;5710;p35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1" name="Google Shape;5711;p35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2" name="Google Shape;5712;p35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3" name="Google Shape;5713;p35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4" name="Google Shape;5714;p35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5" name="Google Shape;5715;p35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6" name="Google Shape;5716;p35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7" name="Google Shape;5717;p35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8" name="Google Shape;5718;p35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9" name="Google Shape;5719;p35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0" name="Google Shape;5720;p35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1" name="Google Shape;5721;p35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2" name="Google Shape;5722;p35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3" name="Google Shape;5723;p35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4" name="Google Shape;5724;p35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5" name="Google Shape;5725;p35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6" name="Google Shape;5726;p35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7" name="Google Shape;5727;p35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8" name="Google Shape;5728;p35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9" name="Google Shape;5729;p35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0" name="Google Shape;5730;p35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1" name="Google Shape;5731;p35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2" name="Google Shape;5732;p35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3" name="Google Shape;5733;p35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4" name="Google Shape;5734;p35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5" name="Google Shape;5735;p35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6" name="Google Shape;5736;p35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7" name="Google Shape;5737;p35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8" name="Google Shape;5738;p35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9" name="Google Shape;5739;p35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0" name="Google Shape;5740;p35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1" name="Google Shape;5741;p35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2" name="Google Shape;5742;p35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5743" name="Google Shape;5743;p35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4" name="Google Shape;5744;p35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5" name="Google Shape;5745;p35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6" name="Google Shape;5746;p35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7" name="Google Shape;5747;p35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8" name="Google Shape;5748;p35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9" name="Google Shape;5749;p35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0" name="Google Shape;5750;p35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1" name="Google Shape;5751;p35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2" name="Google Shape;5752;p35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3" name="Google Shape;5753;p35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4" name="Google Shape;5754;p35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5" name="Google Shape;5755;p35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6" name="Google Shape;5756;p35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7" name="Google Shape;5757;p35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8" name="Google Shape;5758;p35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9" name="Google Shape;5759;p35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0" name="Google Shape;5760;p35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1" name="Google Shape;5761;p35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2" name="Google Shape;5762;p35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3" name="Google Shape;5763;p35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4" name="Google Shape;5764;p35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5" name="Google Shape;5765;p35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6" name="Google Shape;5766;p35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7" name="Google Shape;5767;p35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8" name="Google Shape;5768;p35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9" name="Google Shape;5769;p35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0" name="Google Shape;5770;p35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1" name="Google Shape;5771;p35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2" name="Google Shape;5772;p35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3" name="Google Shape;5773;p35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4" name="Google Shape;5774;p35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5" name="Google Shape;5775;p35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6" name="Google Shape;5776;p35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7" name="Google Shape;5777;p35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8" name="Google Shape;5778;p35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9" name="Google Shape;5779;p35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0" name="Google Shape;5780;p35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1" name="Google Shape;5781;p35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2" name="Google Shape;5782;p35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3" name="Google Shape;5783;p35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4" name="Google Shape;5784;p35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5" name="Google Shape;5785;p35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6" name="Google Shape;5786;p35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7" name="Google Shape;5787;p35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8" name="Google Shape;5788;p35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9" name="Google Shape;5789;p35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0" name="Google Shape;5790;p35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1" name="Google Shape;5791;p35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2" name="Google Shape;5792;p35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3" name="Google Shape;5793;p35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4" name="Google Shape;5794;p35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5" name="Google Shape;5795;p35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6" name="Google Shape;5796;p35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7" name="Google Shape;5797;p35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98" name="Google Shape;5798;p35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5799" name="Google Shape;5799;p35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0" name="Google Shape;5800;p35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1" name="Google Shape;5801;p35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2" name="Google Shape;5802;p35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3" name="Google Shape;5803;p35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4" name="Google Shape;5804;p35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5" name="Google Shape;5805;p35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6" name="Google Shape;5806;p35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7" name="Google Shape;5807;p35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8" name="Google Shape;5808;p35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9" name="Google Shape;5809;p35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0" name="Google Shape;5810;p35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1" name="Google Shape;5811;p35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2" name="Google Shape;5812;p35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3" name="Google Shape;5813;p35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4" name="Google Shape;5814;p35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5" name="Google Shape;5815;p35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6" name="Google Shape;5816;p35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7" name="Google Shape;5817;p35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8" name="Google Shape;5818;p35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9" name="Google Shape;5819;p35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0" name="Google Shape;5820;p35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1" name="Google Shape;5821;p35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2" name="Google Shape;5822;p35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3" name="Google Shape;5823;p35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4" name="Google Shape;5824;p35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5" name="Google Shape;5825;p35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6" name="Google Shape;5826;p35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7" name="Google Shape;5827;p35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8" name="Google Shape;5828;p35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9" name="Google Shape;5829;p35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0" name="Google Shape;5830;p35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1" name="Google Shape;5831;p35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2" name="Google Shape;5832;p35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3" name="Google Shape;5833;p35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4" name="Google Shape;5834;p35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5" name="Google Shape;5835;p35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6" name="Google Shape;5836;p35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7" name="Google Shape;5837;p35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8" name="Google Shape;5838;p35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9" name="Google Shape;5839;p35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0" name="Google Shape;5840;p35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1" name="Google Shape;5841;p35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2" name="Google Shape;5842;p35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3" name="Google Shape;5843;p35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4" name="Google Shape;5844;p35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5" name="Google Shape;5845;p35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6" name="Google Shape;5846;p35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7" name="Google Shape;5847;p35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8" name="Google Shape;5848;p35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9" name="Google Shape;5849;p35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0" name="Google Shape;5850;p35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1" name="Google Shape;5851;p35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52" name="Google Shape;5852;p35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5853" name="Google Shape;5853;p35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4" name="Google Shape;5854;p35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5" name="Google Shape;5855;p35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6" name="Google Shape;5856;p35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7" name="Google Shape;5857;p35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8" name="Google Shape;5858;p35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9" name="Google Shape;5859;p35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0" name="Google Shape;5860;p35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1" name="Google Shape;5861;p35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2" name="Google Shape;5862;p35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3" name="Google Shape;5863;p35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4" name="Google Shape;5864;p35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5" name="Google Shape;5865;p35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6" name="Google Shape;5866;p35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7" name="Google Shape;5867;p35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8" name="Google Shape;5868;p35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9" name="Google Shape;5869;p35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0" name="Google Shape;5870;p35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1" name="Google Shape;5871;p35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2" name="Google Shape;5872;p35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3" name="Google Shape;5873;p35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4" name="Google Shape;5874;p35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5" name="Google Shape;5875;p35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6" name="Google Shape;5876;p35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7" name="Google Shape;5877;p35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8" name="Google Shape;5878;p35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9" name="Google Shape;5879;p35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0" name="Google Shape;5880;p35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1" name="Google Shape;5881;p35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2" name="Google Shape;5882;p35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3" name="Google Shape;5883;p35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4" name="Google Shape;5884;p35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5" name="Google Shape;5885;p35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6" name="Google Shape;5886;p35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7" name="Google Shape;5887;p35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8" name="Google Shape;5888;p35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9" name="Google Shape;5889;p35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0" name="Google Shape;5890;p35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1" name="Google Shape;5891;p35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2" name="Google Shape;5892;p35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3" name="Google Shape;5893;p35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4" name="Google Shape;5894;p35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5" name="Google Shape;5895;p35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6" name="Google Shape;5896;p35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7" name="Google Shape;5897;p35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8" name="Google Shape;5898;p35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9" name="Google Shape;5899;p35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0" name="Google Shape;5900;p35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1" name="Google Shape;5901;p35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2" name="Google Shape;5902;p35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3" name="Google Shape;5903;p35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4" name="Google Shape;5904;p35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5905" name="Google Shape;5905;p35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6" name="Google Shape;5906;p35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7" name="Google Shape;5907;p35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8" name="Google Shape;5908;p35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9" name="Google Shape;5909;p35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0" name="Google Shape;5910;p35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1" name="Google Shape;5911;p35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2" name="Google Shape;5912;p35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3" name="Google Shape;5913;p35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4" name="Google Shape;5914;p35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5" name="Google Shape;5915;p35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6" name="Google Shape;5916;p35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7" name="Google Shape;5917;p35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8" name="Google Shape;5918;p35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9" name="Google Shape;5919;p35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0" name="Google Shape;5920;p35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1" name="Google Shape;5921;p35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2" name="Google Shape;5922;p35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3" name="Google Shape;5923;p35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4" name="Google Shape;5924;p35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5" name="Google Shape;5925;p35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6" name="Google Shape;5926;p35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7" name="Google Shape;5927;p35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8" name="Google Shape;5928;p35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9" name="Google Shape;5929;p35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0" name="Google Shape;5930;p35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1" name="Google Shape;5931;p35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2" name="Google Shape;5932;p35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3" name="Google Shape;5933;p35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4" name="Google Shape;5934;p35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5" name="Google Shape;5935;p35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6" name="Google Shape;5936;p35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7" name="Google Shape;5937;p35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8" name="Google Shape;5938;p35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9" name="Google Shape;5939;p35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0" name="Google Shape;5940;p35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1" name="Google Shape;5941;p35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2" name="Google Shape;5942;p35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3" name="Google Shape;5943;p35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4" name="Google Shape;5944;p35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5" name="Google Shape;5945;p35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6" name="Google Shape;5946;p35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7" name="Google Shape;5947;p35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8" name="Google Shape;5948;p35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9" name="Google Shape;5949;p35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0" name="Google Shape;5950;p35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1" name="Google Shape;5951;p35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2" name="Google Shape;5952;p35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3" name="Google Shape;5953;p35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54" name="Google Shape;5954;p35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5955" name="Google Shape;5955;p35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6" name="Google Shape;5956;p35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7" name="Google Shape;5957;p35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8" name="Google Shape;5958;p35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9" name="Google Shape;5959;p35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0" name="Google Shape;5960;p35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1" name="Google Shape;5961;p35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2" name="Google Shape;5962;p35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3" name="Google Shape;5963;p35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4" name="Google Shape;5964;p35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5" name="Google Shape;5965;p35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6" name="Google Shape;5966;p35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7" name="Google Shape;5967;p35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8" name="Google Shape;5968;p35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9" name="Google Shape;5969;p35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0" name="Google Shape;5970;p35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1" name="Google Shape;5971;p35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2" name="Google Shape;5972;p35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3" name="Google Shape;5973;p35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4" name="Google Shape;5974;p35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5" name="Google Shape;5975;p35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6" name="Google Shape;5976;p35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7" name="Google Shape;5977;p35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8" name="Google Shape;5978;p35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9" name="Google Shape;5979;p35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0" name="Google Shape;5980;p35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1" name="Google Shape;5981;p35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2" name="Google Shape;5982;p35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3" name="Google Shape;5983;p35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4" name="Google Shape;5984;p35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5" name="Google Shape;5985;p35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6" name="Google Shape;5986;p35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7" name="Google Shape;5987;p35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8" name="Google Shape;5988;p35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9" name="Google Shape;5989;p35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0" name="Google Shape;5990;p35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1" name="Google Shape;5991;p35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2" name="Google Shape;5992;p35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3" name="Google Shape;5993;p35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4" name="Google Shape;5994;p35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5" name="Google Shape;5995;p35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6" name="Google Shape;5996;p35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7" name="Google Shape;5997;p35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8" name="Google Shape;5998;p35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9" name="Google Shape;5999;p35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0" name="Google Shape;6000;p35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1" name="Google Shape;6001;p35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2" name="Google Shape;6002;p35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6003" name="Google Shape;6003;p35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4" name="Google Shape;6004;p35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5" name="Google Shape;6005;p35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6" name="Google Shape;6006;p35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7" name="Google Shape;6007;p35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8" name="Google Shape;6008;p35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9" name="Google Shape;6009;p35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0" name="Google Shape;6010;p35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1" name="Google Shape;6011;p35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2" name="Google Shape;6012;p35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3" name="Google Shape;6013;p35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4" name="Google Shape;6014;p35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5" name="Google Shape;6015;p35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6" name="Google Shape;6016;p35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7" name="Google Shape;6017;p35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8" name="Google Shape;6018;p35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9" name="Google Shape;6019;p35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0" name="Google Shape;6020;p35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1" name="Google Shape;6021;p35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2" name="Google Shape;6022;p35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3" name="Google Shape;6023;p35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4" name="Google Shape;6024;p35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5" name="Google Shape;6025;p35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6" name="Google Shape;6026;p35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7" name="Google Shape;6027;p35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8" name="Google Shape;6028;p35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9" name="Google Shape;6029;p35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0" name="Google Shape;6030;p35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1" name="Google Shape;6031;p35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2" name="Google Shape;6032;p35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3" name="Google Shape;6033;p35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4" name="Google Shape;6034;p35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5" name="Google Shape;6035;p35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6" name="Google Shape;6036;p35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7" name="Google Shape;6037;p35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8" name="Google Shape;6038;p35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9" name="Google Shape;6039;p35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0" name="Google Shape;6040;p35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1" name="Google Shape;6041;p35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2" name="Google Shape;6042;p35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3" name="Google Shape;6043;p35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4" name="Google Shape;6044;p35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5" name="Google Shape;6045;p35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6" name="Google Shape;6046;p35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7" name="Google Shape;6047;p35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48" name="Google Shape;6048;p35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6049" name="Google Shape;6049;p35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0" name="Google Shape;6050;p35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1" name="Google Shape;6051;p35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2" name="Google Shape;6052;p35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3" name="Google Shape;6053;p35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4" name="Google Shape;6054;p35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5" name="Google Shape;6055;p35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6" name="Google Shape;6056;p35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7" name="Google Shape;6057;p35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8" name="Google Shape;6058;p35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9" name="Google Shape;6059;p35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0" name="Google Shape;6060;p35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1" name="Google Shape;6061;p35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2" name="Google Shape;6062;p35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3" name="Google Shape;6063;p35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4" name="Google Shape;6064;p35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5" name="Google Shape;6065;p35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6" name="Google Shape;6066;p35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7" name="Google Shape;6067;p35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8" name="Google Shape;6068;p35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9" name="Google Shape;6069;p35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0" name="Google Shape;6070;p35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1" name="Google Shape;6071;p35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2" name="Google Shape;6072;p35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3" name="Google Shape;6073;p35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4" name="Google Shape;6074;p35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5" name="Google Shape;6075;p35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6" name="Google Shape;6076;p35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7" name="Google Shape;6077;p35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8" name="Google Shape;6078;p35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9" name="Google Shape;6079;p35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0" name="Google Shape;6080;p35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1" name="Google Shape;6081;p35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2" name="Google Shape;6082;p35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3" name="Google Shape;6083;p35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4" name="Google Shape;6084;p35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5" name="Google Shape;6085;p35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6" name="Google Shape;6086;p35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7" name="Google Shape;6087;p35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8" name="Google Shape;6088;p35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9" name="Google Shape;6089;p35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0" name="Google Shape;6090;p35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1" name="Google Shape;6091;p35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92" name="Google Shape;6092;p35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6093" name="Google Shape;6093;p35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4" name="Google Shape;6094;p35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5" name="Google Shape;6095;p35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6" name="Google Shape;6096;p35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7" name="Google Shape;6097;p35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8" name="Google Shape;6098;p35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9" name="Google Shape;6099;p35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0" name="Google Shape;6100;p35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1" name="Google Shape;6101;p35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2" name="Google Shape;6102;p35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3" name="Google Shape;6103;p35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4" name="Google Shape;6104;p35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5" name="Google Shape;6105;p35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6" name="Google Shape;6106;p35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7" name="Google Shape;6107;p35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8" name="Google Shape;6108;p35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9" name="Google Shape;6109;p35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0" name="Google Shape;6110;p35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1" name="Google Shape;6111;p35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2" name="Google Shape;6112;p35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3" name="Google Shape;6113;p35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4" name="Google Shape;6114;p35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5" name="Google Shape;6115;p35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6" name="Google Shape;6116;p35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7" name="Google Shape;6117;p35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8" name="Google Shape;6118;p35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9" name="Google Shape;6119;p35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0" name="Google Shape;6120;p35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1" name="Google Shape;6121;p35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2" name="Google Shape;6122;p35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3" name="Google Shape;6123;p35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4" name="Google Shape;6124;p35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5" name="Google Shape;6125;p35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6" name="Google Shape;6126;p35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7" name="Google Shape;6127;p35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8" name="Google Shape;6128;p35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9" name="Google Shape;6129;p35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0" name="Google Shape;6130;p35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1" name="Google Shape;6131;p35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2" name="Google Shape;6132;p35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3" name="Google Shape;6133;p35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34" name="Google Shape;6134;p35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6135" name="Google Shape;6135;p35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6" name="Google Shape;6136;p35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7" name="Google Shape;6137;p35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8" name="Google Shape;6138;p35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9" name="Google Shape;6139;p35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0" name="Google Shape;6140;p35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1" name="Google Shape;6141;p35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2" name="Google Shape;6142;p35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3" name="Google Shape;6143;p35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4" name="Google Shape;6144;p35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5" name="Google Shape;6145;p35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6" name="Google Shape;6146;p35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7" name="Google Shape;6147;p35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8" name="Google Shape;6148;p35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9" name="Google Shape;6149;p35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0" name="Google Shape;6150;p35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1" name="Google Shape;6151;p35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2" name="Google Shape;6152;p35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3" name="Google Shape;6153;p35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4" name="Google Shape;6154;p35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5" name="Google Shape;6155;p35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6" name="Google Shape;6156;p35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7" name="Google Shape;6157;p35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8" name="Google Shape;6158;p35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9" name="Google Shape;6159;p35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0" name="Google Shape;6160;p35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1" name="Google Shape;6161;p35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2" name="Google Shape;6162;p35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3" name="Google Shape;6163;p35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4" name="Google Shape;6164;p35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5" name="Google Shape;6165;p35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6" name="Google Shape;6166;p35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7" name="Google Shape;6167;p35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8" name="Google Shape;6168;p35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9" name="Google Shape;6169;p35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0" name="Google Shape;6170;p35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1" name="Google Shape;6171;p35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2" name="Google Shape;6172;p35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3" name="Google Shape;6173;p35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74" name="Google Shape;6174;p35"/>
          <p:cNvSpPr/>
          <p:nvPr/>
        </p:nvSpPr>
        <p:spPr>
          <a:xfrm rot="409828">
            <a:off x="-1940478" y="-140548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5" name="Google Shape;6175;p35"/>
          <p:cNvSpPr/>
          <p:nvPr/>
        </p:nvSpPr>
        <p:spPr>
          <a:xfrm rot="2700000">
            <a:off x="3775581" y="38735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0" name="Google Shape;6180;p36"/>
          <p:cNvSpPr txBox="1">
            <a:spLocks noGrp="1"/>
          </p:cNvSpPr>
          <p:nvPr>
            <p:ph type="title"/>
          </p:nvPr>
        </p:nvSpPr>
        <p:spPr>
          <a:xfrm>
            <a:off x="289922" y="145513"/>
            <a:ext cx="83267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400" b="1" dirty="0"/>
              <a:t>Набор задач, необходимых для реализации ПО</a:t>
            </a:r>
            <a:endParaRPr sz="2400" dirty="0"/>
          </a:p>
        </p:txBody>
      </p:sp>
      <p:sp>
        <p:nvSpPr>
          <p:cNvPr id="6181" name="Google Shape;6181;p36"/>
          <p:cNvSpPr txBox="1">
            <a:spLocks noGrp="1"/>
          </p:cNvSpPr>
          <p:nvPr>
            <p:ph type="subTitle" idx="1"/>
          </p:nvPr>
        </p:nvSpPr>
        <p:spPr>
          <a:xfrm>
            <a:off x="719074" y="1217762"/>
            <a:ext cx="3852924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/>
              <a:t>Подготовительный</a:t>
            </a:r>
            <a:endParaRPr lang="en-US" dirty="0"/>
          </a:p>
          <a:p>
            <a:r>
              <a:rPr lang="ru-RU" dirty="0"/>
              <a:t>этап:</a:t>
            </a:r>
          </a:p>
        </p:txBody>
      </p:sp>
      <p:sp>
        <p:nvSpPr>
          <p:cNvPr id="6182" name="Google Shape;6182;p36"/>
          <p:cNvSpPr txBox="1">
            <a:spLocks noGrp="1"/>
          </p:cNvSpPr>
          <p:nvPr>
            <p:ph type="subTitle" idx="2"/>
          </p:nvPr>
        </p:nvSpPr>
        <p:spPr>
          <a:xfrm>
            <a:off x="719074" y="1568637"/>
            <a:ext cx="3852925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latin typeface="Montserrat" panose="00000500000000000000" pitchFamily="2" charset="-52"/>
              </a:rPr>
              <a:t>Создать </a:t>
            </a:r>
            <a:r>
              <a:rPr lang="ru-RU" dirty="0" err="1">
                <a:latin typeface="Montserrat" panose="00000500000000000000" pitchFamily="2" charset="-52"/>
              </a:rPr>
              <a:t>Django</a:t>
            </a:r>
            <a:r>
              <a:rPr lang="ru-RU" dirty="0">
                <a:latin typeface="Montserrat" panose="00000500000000000000" pitchFamily="2" charset="-52"/>
              </a:rPr>
              <a:t>-проект и приложение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Настроить подключение к базе данных </a:t>
            </a:r>
            <a:r>
              <a:rPr lang="ru-RU" dirty="0" err="1">
                <a:latin typeface="Montserrat" panose="00000500000000000000" pitchFamily="2" charset="-52"/>
              </a:rPr>
              <a:t>SQLite</a:t>
            </a:r>
            <a:endParaRPr lang="ru-RU" dirty="0">
              <a:latin typeface="Montserrat" panose="00000500000000000000" pitchFamily="2" charset="-52"/>
            </a:endParaRPr>
          </a:p>
          <a:p>
            <a:pPr lvl="0"/>
            <a:r>
              <a:rPr lang="ru-RU" dirty="0">
                <a:latin typeface="Montserrat" panose="00000500000000000000" pitchFamily="2" charset="-52"/>
              </a:rPr>
              <a:t>Настроить виртуальное окружение и</a:t>
            </a:r>
            <a:endParaRPr lang="en-US" dirty="0">
              <a:latin typeface="Montserrat" panose="00000500000000000000" pitchFamily="2" charset="-52"/>
            </a:endParaRPr>
          </a:p>
          <a:p>
            <a:pPr lvl="0"/>
            <a:r>
              <a:rPr lang="ru-RU" dirty="0">
                <a:latin typeface="Montserrat" panose="00000500000000000000" pitchFamily="2" charset="-52"/>
              </a:rPr>
              <a:t>необходимые зависимости</a:t>
            </a:r>
          </a:p>
        </p:txBody>
      </p:sp>
      <p:sp>
        <p:nvSpPr>
          <p:cNvPr id="6183" name="Google Shape;6183;p36"/>
          <p:cNvSpPr txBox="1">
            <a:spLocks noGrp="1"/>
          </p:cNvSpPr>
          <p:nvPr>
            <p:ph type="subTitle" idx="3"/>
          </p:nvPr>
        </p:nvSpPr>
        <p:spPr>
          <a:xfrm>
            <a:off x="3712508" y="3084884"/>
            <a:ext cx="513055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/>
              <a:t>Основной функционал:</a:t>
            </a:r>
          </a:p>
        </p:txBody>
      </p:sp>
      <p:sp>
        <p:nvSpPr>
          <p:cNvPr id="6184" name="Google Shape;6184;p36"/>
          <p:cNvSpPr txBox="1">
            <a:spLocks noGrp="1"/>
          </p:cNvSpPr>
          <p:nvPr>
            <p:ph type="subTitle" idx="4"/>
          </p:nvPr>
        </p:nvSpPr>
        <p:spPr>
          <a:xfrm>
            <a:off x="3526845" y="3444332"/>
            <a:ext cx="5501875" cy="11417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latin typeface="Montserrat" panose="00000500000000000000" pitchFamily="2" charset="-52"/>
              </a:rPr>
              <a:t>Реализовать регистрацию, вход и выход пользователей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Реализовать создание, просмотр и историю заказов для клиентов 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Реализовать добавление устройств и деталей администратором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Реализовать возможность мастера брать заказ, создавать смету</a:t>
            </a:r>
            <a:endParaRPr lang="en-US" dirty="0">
              <a:latin typeface="Montserrat" panose="00000500000000000000" pitchFamily="2" charset="-52"/>
            </a:endParaRPr>
          </a:p>
          <a:p>
            <a:pPr lvl="0"/>
            <a:r>
              <a:rPr lang="ru-RU" dirty="0">
                <a:latin typeface="Montserrat" panose="00000500000000000000" pitchFamily="2" charset="-52"/>
              </a:rPr>
              <a:t>и менять статус заказа</a:t>
            </a:r>
          </a:p>
        </p:txBody>
      </p:sp>
      <p:sp>
        <p:nvSpPr>
          <p:cNvPr id="6185" name="Google Shape;6185;p36"/>
          <p:cNvSpPr txBox="1">
            <a:spLocks noGrp="1"/>
          </p:cNvSpPr>
          <p:nvPr>
            <p:ph type="subTitle" idx="5"/>
          </p:nvPr>
        </p:nvSpPr>
        <p:spPr>
          <a:xfrm>
            <a:off x="4673927" y="1159013"/>
            <a:ext cx="3748754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/>
              <a:t>Пользовательский интерфейс:</a:t>
            </a:r>
          </a:p>
        </p:txBody>
      </p:sp>
      <p:sp>
        <p:nvSpPr>
          <p:cNvPr id="6186" name="Google Shape;6186;p36"/>
          <p:cNvSpPr txBox="1">
            <a:spLocks noGrp="1"/>
          </p:cNvSpPr>
          <p:nvPr>
            <p:ph type="subTitle" idx="6"/>
          </p:nvPr>
        </p:nvSpPr>
        <p:spPr>
          <a:xfrm>
            <a:off x="4453286" y="1522478"/>
            <a:ext cx="4190037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latin typeface="Montserrat" panose="00000500000000000000" pitchFamily="2" charset="-52"/>
              </a:rPr>
              <a:t>Главная страница и навигация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Разработать страницы для регистрации и входа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Разработать страницу создания заявки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Разработать страницы для просмотра заказов и</a:t>
            </a:r>
            <a:endParaRPr lang="en-US" dirty="0">
              <a:latin typeface="Montserrat" panose="00000500000000000000" pitchFamily="2" charset="-52"/>
            </a:endParaRPr>
          </a:p>
          <a:p>
            <a:pPr lvl="0"/>
            <a:r>
              <a:rPr lang="ru-RU" dirty="0">
                <a:latin typeface="Montserrat" panose="00000500000000000000" pitchFamily="2" charset="-52"/>
              </a:rPr>
              <a:t>истории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Разработать интерфейс для мастера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Разработать интерфейс для администратора</a:t>
            </a:r>
          </a:p>
        </p:txBody>
      </p:sp>
      <p:sp>
        <p:nvSpPr>
          <p:cNvPr id="6187" name="Google Shape;6187;p36"/>
          <p:cNvSpPr txBox="1">
            <a:spLocks noGrp="1"/>
          </p:cNvSpPr>
          <p:nvPr>
            <p:ph type="subTitle" idx="7"/>
          </p:nvPr>
        </p:nvSpPr>
        <p:spPr>
          <a:xfrm>
            <a:off x="823247" y="3142165"/>
            <a:ext cx="3852924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/>
              <a:t>Моделирование данных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6188" name="Google Shape;6188;p36"/>
          <p:cNvSpPr txBox="1">
            <a:spLocks noGrp="1"/>
          </p:cNvSpPr>
          <p:nvPr>
            <p:ph type="subTitle" idx="8"/>
          </p:nvPr>
        </p:nvSpPr>
        <p:spPr>
          <a:xfrm>
            <a:off x="719074" y="3537284"/>
            <a:ext cx="3957097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latin typeface="Montserrat" panose="00000500000000000000" pitchFamily="2" charset="-52"/>
              </a:rPr>
              <a:t>Создать модели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Настроить связи между моделями </a:t>
            </a:r>
          </a:p>
          <a:p>
            <a:pPr lvl="0"/>
            <a:r>
              <a:rPr lang="ru-RU" dirty="0">
                <a:latin typeface="Montserrat" panose="00000500000000000000" pitchFamily="2" charset="-52"/>
              </a:rPr>
              <a:t>Создать миграции и применить их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6">
          <a:extLst>
            <a:ext uri="{FF2B5EF4-FFF2-40B4-BE49-F238E27FC236}">
              <a16:creationId xmlns:a16="http://schemas.microsoft.com/office/drawing/2014/main" id="{EB73934E-EC56-C0F1-73BC-65FA07FD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2" name="Google Shape;4652;p31">
            <a:extLst>
              <a:ext uri="{FF2B5EF4-FFF2-40B4-BE49-F238E27FC236}">
                <a16:creationId xmlns:a16="http://schemas.microsoft.com/office/drawing/2014/main" id="{51740D85-A278-A053-8FE8-3361DB47A11E}"/>
              </a:ext>
            </a:extLst>
          </p:cNvPr>
          <p:cNvSpPr/>
          <p:nvPr/>
        </p:nvSpPr>
        <p:spPr>
          <a:xfrm rot="-4983273">
            <a:off x="2708944" y="-2137742"/>
            <a:ext cx="3046319" cy="3030085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7" name="Google Shape;4157;p31">
            <a:extLst>
              <a:ext uri="{FF2B5EF4-FFF2-40B4-BE49-F238E27FC236}">
                <a16:creationId xmlns:a16="http://schemas.microsoft.com/office/drawing/2014/main" id="{B99C9551-59AE-B4DF-614B-6C1020CF81DD}"/>
              </a:ext>
            </a:extLst>
          </p:cNvPr>
          <p:cNvGrpSpPr/>
          <p:nvPr/>
        </p:nvGrpSpPr>
        <p:grpSpPr>
          <a:xfrm rot="10800000">
            <a:off x="4572011" y="1152442"/>
            <a:ext cx="4552378" cy="4582857"/>
            <a:chOff x="3819525" y="1138237"/>
            <a:chExt cx="4552378" cy="4582857"/>
          </a:xfrm>
        </p:grpSpPr>
        <p:grpSp>
          <p:nvGrpSpPr>
            <p:cNvPr id="4158" name="Google Shape;4158;p31">
              <a:extLst>
                <a:ext uri="{FF2B5EF4-FFF2-40B4-BE49-F238E27FC236}">
                  <a16:creationId xmlns:a16="http://schemas.microsoft.com/office/drawing/2014/main" id="{FA735624-5220-88D4-882A-B3D351F786BC}"/>
                </a:ext>
              </a:extLst>
            </p:cNvPr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4159" name="Google Shape;4159;p31">
                <a:extLst>
                  <a:ext uri="{FF2B5EF4-FFF2-40B4-BE49-F238E27FC236}">
                    <a16:creationId xmlns:a16="http://schemas.microsoft.com/office/drawing/2014/main" id="{A432DE28-F61C-26B5-EC32-75A842CA3B5D}"/>
                  </a:ext>
                </a:extLst>
              </p:cNvPr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0" name="Google Shape;4160;p31">
                <a:extLst>
                  <a:ext uri="{FF2B5EF4-FFF2-40B4-BE49-F238E27FC236}">
                    <a16:creationId xmlns:a16="http://schemas.microsoft.com/office/drawing/2014/main" id="{3B7EF4F1-F5EB-4745-0AC5-A8ED3F1BC398}"/>
                  </a:ext>
                </a:extLst>
              </p:cNvPr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1" name="Google Shape;4161;p31">
                <a:extLst>
                  <a:ext uri="{FF2B5EF4-FFF2-40B4-BE49-F238E27FC236}">
                    <a16:creationId xmlns:a16="http://schemas.microsoft.com/office/drawing/2014/main" id="{9AC2B5E3-CE53-B578-AF56-D9906A736A7E}"/>
                  </a:ext>
                </a:extLst>
              </p:cNvPr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2" name="Google Shape;4162;p31">
                <a:extLst>
                  <a:ext uri="{FF2B5EF4-FFF2-40B4-BE49-F238E27FC236}">
                    <a16:creationId xmlns:a16="http://schemas.microsoft.com/office/drawing/2014/main" id="{ED665D40-5900-536B-F7B3-4EBBBBAB46F9}"/>
                  </a:ext>
                </a:extLst>
              </p:cNvPr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3" name="Google Shape;4163;p31">
                <a:extLst>
                  <a:ext uri="{FF2B5EF4-FFF2-40B4-BE49-F238E27FC236}">
                    <a16:creationId xmlns:a16="http://schemas.microsoft.com/office/drawing/2014/main" id="{A3256F49-5EE2-47FF-631F-DAEE8688FAD2}"/>
                  </a:ext>
                </a:extLst>
              </p:cNvPr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4" name="Google Shape;4164;p31">
                <a:extLst>
                  <a:ext uri="{FF2B5EF4-FFF2-40B4-BE49-F238E27FC236}">
                    <a16:creationId xmlns:a16="http://schemas.microsoft.com/office/drawing/2014/main" id="{D10361FA-9E17-1334-1131-950DA487D293}"/>
                  </a:ext>
                </a:extLst>
              </p:cNvPr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31">
                <a:extLst>
                  <a:ext uri="{FF2B5EF4-FFF2-40B4-BE49-F238E27FC236}">
                    <a16:creationId xmlns:a16="http://schemas.microsoft.com/office/drawing/2014/main" id="{6A635F74-16BE-FFC4-9E0A-C53D26609D9F}"/>
                  </a:ext>
                </a:extLst>
              </p:cNvPr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6" name="Google Shape;4166;p31">
                <a:extLst>
                  <a:ext uri="{FF2B5EF4-FFF2-40B4-BE49-F238E27FC236}">
                    <a16:creationId xmlns:a16="http://schemas.microsoft.com/office/drawing/2014/main" id="{5871529E-7828-B207-48A6-0F5E8505EE53}"/>
                  </a:ext>
                </a:extLst>
              </p:cNvPr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7" name="Google Shape;4167;p31">
                <a:extLst>
                  <a:ext uri="{FF2B5EF4-FFF2-40B4-BE49-F238E27FC236}">
                    <a16:creationId xmlns:a16="http://schemas.microsoft.com/office/drawing/2014/main" id="{F1B7B721-C43B-91F3-4BB6-E2296378215E}"/>
                  </a:ext>
                </a:extLst>
              </p:cNvPr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8" name="Google Shape;4168;p31">
                <a:extLst>
                  <a:ext uri="{FF2B5EF4-FFF2-40B4-BE49-F238E27FC236}">
                    <a16:creationId xmlns:a16="http://schemas.microsoft.com/office/drawing/2014/main" id="{0B9CF09E-D773-E71D-CAAF-1F0933EC9783}"/>
                  </a:ext>
                </a:extLst>
              </p:cNvPr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9" name="Google Shape;4169;p31">
                <a:extLst>
                  <a:ext uri="{FF2B5EF4-FFF2-40B4-BE49-F238E27FC236}">
                    <a16:creationId xmlns:a16="http://schemas.microsoft.com/office/drawing/2014/main" id="{722A2E61-0C8C-5CF4-4FF9-A2AE59B14067}"/>
                  </a:ext>
                </a:extLst>
              </p:cNvPr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0" name="Google Shape;4170;p31">
                <a:extLst>
                  <a:ext uri="{FF2B5EF4-FFF2-40B4-BE49-F238E27FC236}">
                    <a16:creationId xmlns:a16="http://schemas.microsoft.com/office/drawing/2014/main" id="{D580B033-A832-6C8A-DE1B-3B3AE5292FCC}"/>
                  </a:ext>
                </a:extLst>
              </p:cNvPr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1" name="Google Shape;4171;p31">
                <a:extLst>
                  <a:ext uri="{FF2B5EF4-FFF2-40B4-BE49-F238E27FC236}">
                    <a16:creationId xmlns:a16="http://schemas.microsoft.com/office/drawing/2014/main" id="{BED35E4A-1F0D-E418-FF0A-6E9FA0C06735}"/>
                  </a:ext>
                </a:extLst>
              </p:cNvPr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2" name="Google Shape;4172;p31">
                <a:extLst>
                  <a:ext uri="{FF2B5EF4-FFF2-40B4-BE49-F238E27FC236}">
                    <a16:creationId xmlns:a16="http://schemas.microsoft.com/office/drawing/2014/main" id="{FB942C24-F5DB-2069-6D01-6966076C1C8B}"/>
                  </a:ext>
                </a:extLst>
              </p:cNvPr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3" name="Google Shape;4173;p31">
                <a:extLst>
                  <a:ext uri="{FF2B5EF4-FFF2-40B4-BE49-F238E27FC236}">
                    <a16:creationId xmlns:a16="http://schemas.microsoft.com/office/drawing/2014/main" id="{7F2802E3-42A7-DBDE-A484-A823B11B698C}"/>
                  </a:ext>
                </a:extLst>
              </p:cNvPr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4" name="Google Shape;4174;p31">
                <a:extLst>
                  <a:ext uri="{FF2B5EF4-FFF2-40B4-BE49-F238E27FC236}">
                    <a16:creationId xmlns:a16="http://schemas.microsoft.com/office/drawing/2014/main" id="{909B3E50-2326-033D-03A5-93B0E5D54C0E}"/>
                  </a:ext>
                </a:extLst>
              </p:cNvPr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5" name="Google Shape;4175;p31">
                <a:extLst>
                  <a:ext uri="{FF2B5EF4-FFF2-40B4-BE49-F238E27FC236}">
                    <a16:creationId xmlns:a16="http://schemas.microsoft.com/office/drawing/2014/main" id="{F287AFBD-3EC4-E862-AE71-8DAE5D0D2840}"/>
                  </a:ext>
                </a:extLst>
              </p:cNvPr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6" name="Google Shape;4176;p31">
                <a:extLst>
                  <a:ext uri="{FF2B5EF4-FFF2-40B4-BE49-F238E27FC236}">
                    <a16:creationId xmlns:a16="http://schemas.microsoft.com/office/drawing/2014/main" id="{F5138EAF-BAAB-B010-D474-864255F4F9B4}"/>
                  </a:ext>
                </a:extLst>
              </p:cNvPr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7" name="Google Shape;4177;p31">
                <a:extLst>
                  <a:ext uri="{FF2B5EF4-FFF2-40B4-BE49-F238E27FC236}">
                    <a16:creationId xmlns:a16="http://schemas.microsoft.com/office/drawing/2014/main" id="{A5C76373-315F-A53D-1188-41AD6E092429}"/>
                  </a:ext>
                </a:extLst>
              </p:cNvPr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8" name="Google Shape;4178;p31">
                <a:extLst>
                  <a:ext uri="{FF2B5EF4-FFF2-40B4-BE49-F238E27FC236}">
                    <a16:creationId xmlns:a16="http://schemas.microsoft.com/office/drawing/2014/main" id="{D6A1E29A-14FE-78DD-C2F3-A67B37F1A2E8}"/>
                  </a:ext>
                </a:extLst>
              </p:cNvPr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9" name="Google Shape;4179;p31">
                <a:extLst>
                  <a:ext uri="{FF2B5EF4-FFF2-40B4-BE49-F238E27FC236}">
                    <a16:creationId xmlns:a16="http://schemas.microsoft.com/office/drawing/2014/main" id="{38506DCA-1F9D-2EBE-A9AB-50DBB8F1764C}"/>
                  </a:ext>
                </a:extLst>
              </p:cNvPr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0" name="Google Shape;4180;p31">
                <a:extLst>
                  <a:ext uri="{FF2B5EF4-FFF2-40B4-BE49-F238E27FC236}">
                    <a16:creationId xmlns:a16="http://schemas.microsoft.com/office/drawing/2014/main" id="{A62ADDC3-3E18-74CD-8124-EE071377E255}"/>
                  </a:ext>
                </a:extLst>
              </p:cNvPr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1" name="Google Shape;4181;p31">
                <a:extLst>
                  <a:ext uri="{FF2B5EF4-FFF2-40B4-BE49-F238E27FC236}">
                    <a16:creationId xmlns:a16="http://schemas.microsoft.com/office/drawing/2014/main" id="{5F771775-B664-5444-92D9-CAE59480AF45}"/>
                  </a:ext>
                </a:extLst>
              </p:cNvPr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2" name="Google Shape;4182;p31">
                <a:extLst>
                  <a:ext uri="{FF2B5EF4-FFF2-40B4-BE49-F238E27FC236}">
                    <a16:creationId xmlns:a16="http://schemas.microsoft.com/office/drawing/2014/main" id="{DE8695BC-30A0-E714-24CC-6B2C99D11BC6}"/>
                  </a:ext>
                </a:extLst>
              </p:cNvPr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3" name="Google Shape;4183;p31">
                <a:extLst>
                  <a:ext uri="{FF2B5EF4-FFF2-40B4-BE49-F238E27FC236}">
                    <a16:creationId xmlns:a16="http://schemas.microsoft.com/office/drawing/2014/main" id="{CDE4F825-5616-BF15-F22B-B9FECBC31896}"/>
                  </a:ext>
                </a:extLst>
              </p:cNvPr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4" name="Google Shape;4184;p31">
                <a:extLst>
                  <a:ext uri="{FF2B5EF4-FFF2-40B4-BE49-F238E27FC236}">
                    <a16:creationId xmlns:a16="http://schemas.microsoft.com/office/drawing/2014/main" id="{847E208A-6964-E616-44E7-0FC8983E1D4E}"/>
                  </a:ext>
                </a:extLst>
              </p:cNvPr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5" name="Google Shape;4185;p31">
                <a:extLst>
                  <a:ext uri="{FF2B5EF4-FFF2-40B4-BE49-F238E27FC236}">
                    <a16:creationId xmlns:a16="http://schemas.microsoft.com/office/drawing/2014/main" id="{172E3A90-36AE-757B-08A5-F193CB33EB0E}"/>
                  </a:ext>
                </a:extLst>
              </p:cNvPr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6" name="Google Shape;4186;p31">
                <a:extLst>
                  <a:ext uri="{FF2B5EF4-FFF2-40B4-BE49-F238E27FC236}">
                    <a16:creationId xmlns:a16="http://schemas.microsoft.com/office/drawing/2014/main" id="{B93AD0AD-C191-EB41-7C1C-8BEFC4D638A2}"/>
                  </a:ext>
                </a:extLst>
              </p:cNvPr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7" name="Google Shape;4187;p31">
                <a:extLst>
                  <a:ext uri="{FF2B5EF4-FFF2-40B4-BE49-F238E27FC236}">
                    <a16:creationId xmlns:a16="http://schemas.microsoft.com/office/drawing/2014/main" id="{D7BEF061-9A88-5289-B777-797535C94041}"/>
                  </a:ext>
                </a:extLst>
              </p:cNvPr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8" name="Google Shape;4188;p31">
                <a:extLst>
                  <a:ext uri="{FF2B5EF4-FFF2-40B4-BE49-F238E27FC236}">
                    <a16:creationId xmlns:a16="http://schemas.microsoft.com/office/drawing/2014/main" id="{162DDB7F-6101-3416-C049-87D326C81D41}"/>
                  </a:ext>
                </a:extLst>
              </p:cNvPr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9" name="Google Shape;4189;p31">
                <a:extLst>
                  <a:ext uri="{FF2B5EF4-FFF2-40B4-BE49-F238E27FC236}">
                    <a16:creationId xmlns:a16="http://schemas.microsoft.com/office/drawing/2014/main" id="{BF18D4E2-922B-5AB1-771F-4A5B9319CD31}"/>
                  </a:ext>
                </a:extLst>
              </p:cNvPr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0" name="Google Shape;4190;p31">
                <a:extLst>
                  <a:ext uri="{FF2B5EF4-FFF2-40B4-BE49-F238E27FC236}">
                    <a16:creationId xmlns:a16="http://schemas.microsoft.com/office/drawing/2014/main" id="{D5BD3BA8-650B-92F0-6B17-C3D80A9B8CC5}"/>
                  </a:ext>
                </a:extLst>
              </p:cNvPr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1" name="Google Shape;4191;p31">
                <a:extLst>
                  <a:ext uri="{FF2B5EF4-FFF2-40B4-BE49-F238E27FC236}">
                    <a16:creationId xmlns:a16="http://schemas.microsoft.com/office/drawing/2014/main" id="{803EE7A3-C579-51DC-7037-87AFAFDE0E21}"/>
                  </a:ext>
                </a:extLst>
              </p:cNvPr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2" name="Google Shape;4192;p31">
                <a:extLst>
                  <a:ext uri="{FF2B5EF4-FFF2-40B4-BE49-F238E27FC236}">
                    <a16:creationId xmlns:a16="http://schemas.microsoft.com/office/drawing/2014/main" id="{78F485A2-07FD-09EC-E689-C5D2380AE312}"/>
                  </a:ext>
                </a:extLst>
              </p:cNvPr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3" name="Google Shape;4193;p31">
                <a:extLst>
                  <a:ext uri="{FF2B5EF4-FFF2-40B4-BE49-F238E27FC236}">
                    <a16:creationId xmlns:a16="http://schemas.microsoft.com/office/drawing/2014/main" id="{B90D5610-C3A9-4763-11DD-76F81AA2A331}"/>
                  </a:ext>
                </a:extLst>
              </p:cNvPr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4" name="Google Shape;4194;p31">
                <a:extLst>
                  <a:ext uri="{FF2B5EF4-FFF2-40B4-BE49-F238E27FC236}">
                    <a16:creationId xmlns:a16="http://schemas.microsoft.com/office/drawing/2014/main" id="{19B3347F-6377-13FB-1AD2-E001161FF46B}"/>
                  </a:ext>
                </a:extLst>
              </p:cNvPr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5" name="Google Shape;4195;p31">
                <a:extLst>
                  <a:ext uri="{FF2B5EF4-FFF2-40B4-BE49-F238E27FC236}">
                    <a16:creationId xmlns:a16="http://schemas.microsoft.com/office/drawing/2014/main" id="{23E9FE1F-E065-A18D-1B28-F618D5D38631}"/>
                  </a:ext>
                </a:extLst>
              </p:cNvPr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6" name="Google Shape;4196;p31">
                <a:extLst>
                  <a:ext uri="{FF2B5EF4-FFF2-40B4-BE49-F238E27FC236}">
                    <a16:creationId xmlns:a16="http://schemas.microsoft.com/office/drawing/2014/main" id="{63270B30-762B-8794-7193-8A760331E4E6}"/>
                  </a:ext>
                </a:extLst>
              </p:cNvPr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7" name="Google Shape;4197;p31">
                <a:extLst>
                  <a:ext uri="{FF2B5EF4-FFF2-40B4-BE49-F238E27FC236}">
                    <a16:creationId xmlns:a16="http://schemas.microsoft.com/office/drawing/2014/main" id="{8C9A33E3-B5F3-1EB1-900E-24D9A7F4BB25}"/>
                  </a:ext>
                </a:extLst>
              </p:cNvPr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8" name="Google Shape;4198;p31">
                <a:extLst>
                  <a:ext uri="{FF2B5EF4-FFF2-40B4-BE49-F238E27FC236}">
                    <a16:creationId xmlns:a16="http://schemas.microsoft.com/office/drawing/2014/main" id="{847F6766-1C6F-9D87-BD1C-5569505A159F}"/>
                  </a:ext>
                </a:extLst>
              </p:cNvPr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9" name="Google Shape;4199;p31">
                <a:extLst>
                  <a:ext uri="{FF2B5EF4-FFF2-40B4-BE49-F238E27FC236}">
                    <a16:creationId xmlns:a16="http://schemas.microsoft.com/office/drawing/2014/main" id="{4641C91A-F568-82AE-69EF-60A89A78520F}"/>
                  </a:ext>
                </a:extLst>
              </p:cNvPr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31">
                <a:extLst>
                  <a:ext uri="{FF2B5EF4-FFF2-40B4-BE49-F238E27FC236}">
                    <a16:creationId xmlns:a16="http://schemas.microsoft.com/office/drawing/2014/main" id="{6372AFEC-3ADB-8F62-7165-4D10B174F534}"/>
                  </a:ext>
                </a:extLst>
              </p:cNvPr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1" name="Google Shape;4201;p31">
                <a:extLst>
                  <a:ext uri="{FF2B5EF4-FFF2-40B4-BE49-F238E27FC236}">
                    <a16:creationId xmlns:a16="http://schemas.microsoft.com/office/drawing/2014/main" id="{82E65D15-865D-2A6A-81A3-CBDD1D3C1A74}"/>
                  </a:ext>
                </a:extLst>
              </p:cNvPr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31">
                <a:extLst>
                  <a:ext uri="{FF2B5EF4-FFF2-40B4-BE49-F238E27FC236}">
                    <a16:creationId xmlns:a16="http://schemas.microsoft.com/office/drawing/2014/main" id="{C8E0A310-C8A4-2A6C-0968-35D445AEA4DB}"/>
                  </a:ext>
                </a:extLst>
              </p:cNvPr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31">
                <a:extLst>
                  <a:ext uri="{FF2B5EF4-FFF2-40B4-BE49-F238E27FC236}">
                    <a16:creationId xmlns:a16="http://schemas.microsoft.com/office/drawing/2014/main" id="{A0497F1A-C518-6F93-4B7D-AFE1D0AE4C40}"/>
                  </a:ext>
                </a:extLst>
              </p:cNvPr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4" name="Google Shape;4204;p31">
                <a:extLst>
                  <a:ext uri="{FF2B5EF4-FFF2-40B4-BE49-F238E27FC236}">
                    <a16:creationId xmlns:a16="http://schemas.microsoft.com/office/drawing/2014/main" id="{C3242F66-553B-A340-6712-5E146AEEB417}"/>
                  </a:ext>
                </a:extLst>
              </p:cNvPr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5" name="Google Shape;4205;p31">
                <a:extLst>
                  <a:ext uri="{FF2B5EF4-FFF2-40B4-BE49-F238E27FC236}">
                    <a16:creationId xmlns:a16="http://schemas.microsoft.com/office/drawing/2014/main" id="{074F4D23-7815-91A6-914C-05BD9F7CB414}"/>
                  </a:ext>
                </a:extLst>
              </p:cNvPr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6" name="Google Shape;4206;p31">
                <a:extLst>
                  <a:ext uri="{FF2B5EF4-FFF2-40B4-BE49-F238E27FC236}">
                    <a16:creationId xmlns:a16="http://schemas.microsoft.com/office/drawing/2014/main" id="{B42DFA28-7266-CD96-713F-B8BA5E289D3A}"/>
                  </a:ext>
                </a:extLst>
              </p:cNvPr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7" name="Google Shape;4207;p31">
                <a:extLst>
                  <a:ext uri="{FF2B5EF4-FFF2-40B4-BE49-F238E27FC236}">
                    <a16:creationId xmlns:a16="http://schemas.microsoft.com/office/drawing/2014/main" id="{A9976194-BA3E-024E-0EFC-F763B7AF162B}"/>
                  </a:ext>
                </a:extLst>
              </p:cNvPr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8" name="Google Shape;4208;p31">
                <a:extLst>
                  <a:ext uri="{FF2B5EF4-FFF2-40B4-BE49-F238E27FC236}">
                    <a16:creationId xmlns:a16="http://schemas.microsoft.com/office/drawing/2014/main" id="{E1BD1207-B47D-16F7-4589-30D7FE36DB21}"/>
                  </a:ext>
                </a:extLst>
              </p:cNvPr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9" name="Google Shape;4209;p31">
                <a:extLst>
                  <a:ext uri="{FF2B5EF4-FFF2-40B4-BE49-F238E27FC236}">
                    <a16:creationId xmlns:a16="http://schemas.microsoft.com/office/drawing/2014/main" id="{D6D4C459-AA9A-5CD5-E1BC-C74ADFC27F9A}"/>
                  </a:ext>
                </a:extLst>
              </p:cNvPr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0" name="Google Shape;4210;p31">
                <a:extLst>
                  <a:ext uri="{FF2B5EF4-FFF2-40B4-BE49-F238E27FC236}">
                    <a16:creationId xmlns:a16="http://schemas.microsoft.com/office/drawing/2014/main" id="{17880D7D-6346-19EA-AB07-C23545EF3B21}"/>
                  </a:ext>
                </a:extLst>
              </p:cNvPr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1" name="Google Shape;4211;p31">
                <a:extLst>
                  <a:ext uri="{FF2B5EF4-FFF2-40B4-BE49-F238E27FC236}">
                    <a16:creationId xmlns:a16="http://schemas.microsoft.com/office/drawing/2014/main" id="{3F9D4E9C-FB69-F67F-EFF5-164570386C94}"/>
                  </a:ext>
                </a:extLst>
              </p:cNvPr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2" name="Google Shape;4212;p31">
                <a:extLst>
                  <a:ext uri="{FF2B5EF4-FFF2-40B4-BE49-F238E27FC236}">
                    <a16:creationId xmlns:a16="http://schemas.microsoft.com/office/drawing/2014/main" id="{947D42F3-14E8-EBBA-BEAC-C05B6B3433B3}"/>
                  </a:ext>
                </a:extLst>
              </p:cNvPr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3" name="Google Shape;4213;p31">
                <a:extLst>
                  <a:ext uri="{FF2B5EF4-FFF2-40B4-BE49-F238E27FC236}">
                    <a16:creationId xmlns:a16="http://schemas.microsoft.com/office/drawing/2014/main" id="{2C0B20DF-57CA-6ABF-2E76-BA12E98EBF8A}"/>
                  </a:ext>
                </a:extLst>
              </p:cNvPr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31">
                <a:extLst>
                  <a:ext uri="{FF2B5EF4-FFF2-40B4-BE49-F238E27FC236}">
                    <a16:creationId xmlns:a16="http://schemas.microsoft.com/office/drawing/2014/main" id="{D7D6F6E7-9F31-EA7C-8774-4B86ED9E67D1}"/>
                  </a:ext>
                </a:extLst>
              </p:cNvPr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31">
                <a:extLst>
                  <a:ext uri="{FF2B5EF4-FFF2-40B4-BE49-F238E27FC236}">
                    <a16:creationId xmlns:a16="http://schemas.microsoft.com/office/drawing/2014/main" id="{1F71D4D8-9915-D5E2-06C6-9385B19724EE}"/>
                  </a:ext>
                </a:extLst>
              </p:cNvPr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6" name="Google Shape;4216;p31">
              <a:extLst>
                <a:ext uri="{FF2B5EF4-FFF2-40B4-BE49-F238E27FC236}">
                  <a16:creationId xmlns:a16="http://schemas.microsoft.com/office/drawing/2014/main" id="{C241BC26-27EA-4C08-006C-3C4D4E1EA816}"/>
                </a:ext>
              </a:extLst>
            </p:cNvPr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4217" name="Google Shape;4217;p31">
                <a:extLst>
                  <a:ext uri="{FF2B5EF4-FFF2-40B4-BE49-F238E27FC236}">
                    <a16:creationId xmlns:a16="http://schemas.microsoft.com/office/drawing/2014/main" id="{6E546450-B78E-0020-D019-54C8A20C7675}"/>
                  </a:ext>
                </a:extLst>
              </p:cNvPr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8" name="Google Shape;4218;p31">
                <a:extLst>
                  <a:ext uri="{FF2B5EF4-FFF2-40B4-BE49-F238E27FC236}">
                    <a16:creationId xmlns:a16="http://schemas.microsoft.com/office/drawing/2014/main" id="{4153D72B-C9C0-D6C3-3468-B7D6F62E52BD}"/>
                  </a:ext>
                </a:extLst>
              </p:cNvPr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9" name="Google Shape;4219;p31">
                <a:extLst>
                  <a:ext uri="{FF2B5EF4-FFF2-40B4-BE49-F238E27FC236}">
                    <a16:creationId xmlns:a16="http://schemas.microsoft.com/office/drawing/2014/main" id="{0A68FCEA-0C8D-5DA0-8FE3-D859C2F74E1C}"/>
                  </a:ext>
                </a:extLst>
              </p:cNvPr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0" name="Google Shape;4220;p31">
                <a:extLst>
                  <a:ext uri="{FF2B5EF4-FFF2-40B4-BE49-F238E27FC236}">
                    <a16:creationId xmlns:a16="http://schemas.microsoft.com/office/drawing/2014/main" id="{F446B368-F84C-1233-7CFC-3EB8931FE8C3}"/>
                  </a:ext>
                </a:extLst>
              </p:cNvPr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1" name="Google Shape;4221;p31">
                <a:extLst>
                  <a:ext uri="{FF2B5EF4-FFF2-40B4-BE49-F238E27FC236}">
                    <a16:creationId xmlns:a16="http://schemas.microsoft.com/office/drawing/2014/main" id="{560A4FD2-B2A3-C0F2-5762-3A32CDE8EFD8}"/>
                  </a:ext>
                </a:extLst>
              </p:cNvPr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2" name="Google Shape;4222;p31">
                <a:extLst>
                  <a:ext uri="{FF2B5EF4-FFF2-40B4-BE49-F238E27FC236}">
                    <a16:creationId xmlns:a16="http://schemas.microsoft.com/office/drawing/2014/main" id="{3A1C37D3-71EC-A80D-1C63-A03CF119CE12}"/>
                  </a:ext>
                </a:extLst>
              </p:cNvPr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3" name="Google Shape;4223;p31">
                <a:extLst>
                  <a:ext uri="{FF2B5EF4-FFF2-40B4-BE49-F238E27FC236}">
                    <a16:creationId xmlns:a16="http://schemas.microsoft.com/office/drawing/2014/main" id="{4C9B9A5D-25A7-1B83-CF8B-9BC5A3121D68}"/>
                  </a:ext>
                </a:extLst>
              </p:cNvPr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4" name="Google Shape;4224;p31">
                <a:extLst>
                  <a:ext uri="{FF2B5EF4-FFF2-40B4-BE49-F238E27FC236}">
                    <a16:creationId xmlns:a16="http://schemas.microsoft.com/office/drawing/2014/main" id="{0793E24F-1165-4663-C2D4-77EDF4537B4E}"/>
                  </a:ext>
                </a:extLst>
              </p:cNvPr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5" name="Google Shape;4225;p31">
                <a:extLst>
                  <a:ext uri="{FF2B5EF4-FFF2-40B4-BE49-F238E27FC236}">
                    <a16:creationId xmlns:a16="http://schemas.microsoft.com/office/drawing/2014/main" id="{23D21A10-B0CE-38C2-8898-E01C9F865A16}"/>
                  </a:ext>
                </a:extLst>
              </p:cNvPr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6" name="Google Shape;4226;p31">
                <a:extLst>
                  <a:ext uri="{FF2B5EF4-FFF2-40B4-BE49-F238E27FC236}">
                    <a16:creationId xmlns:a16="http://schemas.microsoft.com/office/drawing/2014/main" id="{5EB49A67-F792-7DFC-CBB3-BCCAE03395AC}"/>
                  </a:ext>
                </a:extLst>
              </p:cNvPr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31">
                <a:extLst>
                  <a:ext uri="{FF2B5EF4-FFF2-40B4-BE49-F238E27FC236}">
                    <a16:creationId xmlns:a16="http://schemas.microsoft.com/office/drawing/2014/main" id="{A94C2CAC-9D60-74F6-3C21-C92B288FC323}"/>
                  </a:ext>
                </a:extLst>
              </p:cNvPr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8" name="Google Shape;4228;p31">
                <a:extLst>
                  <a:ext uri="{FF2B5EF4-FFF2-40B4-BE49-F238E27FC236}">
                    <a16:creationId xmlns:a16="http://schemas.microsoft.com/office/drawing/2014/main" id="{4CB14EAF-26BD-AC96-7016-B8BD3CFA04DD}"/>
                  </a:ext>
                </a:extLst>
              </p:cNvPr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9" name="Google Shape;4229;p31">
                <a:extLst>
                  <a:ext uri="{FF2B5EF4-FFF2-40B4-BE49-F238E27FC236}">
                    <a16:creationId xmlns:a16="http://schemas.microsoft.com/office/drawing/2014/main" id="{99693FBE-E953-971A-5668-6A6662D6032A}"/>
                  </a:ext>
                </a:extLst>
              </p:cNvPr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0" name="Google Shape;4230;p31">
                <a:extLst>
                  <a:ext uri="{FF2B5EF4-FFF2-40B4-BE49-F238E27FC236}">
                    <a16:creationId xmlns:a16="http://schemas.microsoft.com/office/drawing/2014/main" id="{9F6C908A-93A6-3D18-DCF3-9E6F6A4C756F}"/>
                  </a:ext>
                </a:extLst>
              </p:cNvPr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1" name="Google Shape;4231;p31">
                <a:extLst>
                  <a:ext uri="{FF2B5EF4-FFF2-40B4-BE49-F238E27FC236}">
                    <a16:creationId xmlns:a16="http://schemas.microsoft.com/office/drawing/2014/main" id="{BDFB0F27-3358-C829-00E8-505294BED225}"/>
                  </a:ext>
                </a:extLst>
              </p:cNvPr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2" name="Google Shape;4232;p31">
                <a:extLst>
                  <a:ext uri="{FF2B5EF4-FFF2-40B4-BE49-F238E27FC236}">
                    <a16:creationId xmlns:a16="http://schemas.microsoft.com/office/drawing/2014/main" id="{685F85E1-21E3-0D81-1B47-77B08703C399}"/>
                  </a:ext>
                </a:extLst>
              </p:cNvPr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3" name="Google Shape;4233;p31">
                <a:extLst>
                  <a:ext uri="{FF2B5EF4-FFF2-40B4-BE49-F238E27FC236}">
                    <a16:creationId xmlns:a16="http://schemas.microsoft.com/office/drawing/2014/main" id="{92B242E2-EB8D-E7B1-6071-4DE45E2DB610}"/>
                  </a:ext>
                </a:extLst>
              </p:cNvPr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4" name="Google Shape;4234;p31">
                <a:extLst>
                  <a:ext uri="{FF2B5EF4-FFF2-40B4-BE49-F238E27FC236}">
                    <a16:creationId xmlns:a16="http://schemas.microsoft.com/office/drawing/2014/main" id="{3514AA46-3D9C-0020-ABE0-5A06D7DD6FF3}"/>
                  </a:ext>
                </a:extLst>
              </p:cNvPr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5" name="Google Shape;4235;p31">
                <a:extLst>
                  <a:ext uri="{FF2B5EF4-FFF2-40B4-BE49-F238E27FC236}">
                    <a16:creationId xmlns:a16="http://schemas.microsoft.com/office/drawing/2014/main" id="{3579599B-E927-4515-8481-C949153A4CA6}"/>
                  </a:ext>
                </a:extLst>
              </p:cNvPr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6" name="Google Shape;4236;p31">
                <a:extLst>
                  <a:ext uri="{FF2B5EF4-FFF2-40B4-BE49-F238E27FC236}">
                    <a16:creationId xmlns:a16="http://schemas.microsoft.com/office/drawing/2014/main" id="{2C1A79A5-A208-A4A2-C308-00AD70C9E7D3}"/>
                  </a:ext>
                </a:extLst>
              </p:cNvPr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7" name="Google Shape;4237;p31">
                <a:extLst>
                  <a:ext uri="{FF2B5EF4-FFF2-40B4-BE49-F238E27FC236}">
                    <a16:creationId xmlns:a16="http://schemas.microsoft.com/office/drawing/2014/main" id="{E0118A22-A3F6-71C4-504C-07ACE0132F70}"/>
                  </a:ext>
                </a:extLst>
              </p:cNvPr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8" name="Google Shape;4238;p31">
                <a:extLst>
                  <a:ext uri="{FF2B5EF4-FFF2-40B4-BE49-F238E27FC236}">
                    <a16:creationId xmlns:a16="http://schemas.microsoft.com/office/drawing/2014/main" id="{4D0AAE57-320E-0700-B794-4C646470E61C}"/>
                  </a:ext>
                </a:extLst>
              </p:cNvPr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9" name="Google Shape;4239;p31">
                <a:extLst>
                  <a:ext uri="{FF2B5EF4-FFF2-40B4-BE49-F238E27FC236}">
                    <a16:creationId xmlns:a16="http://schemas.microsoft.com/office/drawing/2014/main" id="{4BE65F4C-7C74-B60B-907A-50D9669B406B}"/>
                  </a:ext>
                </a:extLst>
              </p:cNvPr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0" name="Google Shape;4240;p31">
                <a:extLst>
                  <a:ext uri="{FF2B5EF4-FFF2-40B4-BE49-F238E27FC236}">
                    <a16:creationId xmlns:a16="http://schemas.microsoft.com/office/drawing/2014/main" id="{B09FEA98-4FE3-94E9-E0AB-13BF3CAED87D}"/>
                  </a:ext>
                </a:extLst>
              </p:cNvPr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1" name="Google Shape;4241;p31">
                <a:extLst>
                  <a:ext uri="{FF2B5EF4-FFF2-40B4-BE49-F238E27FC236}">
                    <a16:creationId xmlns:a16="http://schemas.microsoft.com/office/drawing/2014/main" id="{6E3BC999-630D-45B7-18CD-5DC463BFF053}"/>
                  </a:ext>
                </a:extLst>
              </p:cNvPr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2" name="Google Shape;4242;p31">
                <a:extLst>
                  <a:ext uri="{FF2B5EF4-FFF2-40B4-BE49-F238E27FC236}">
                    <a16:creationId xmlns:a16="http://schemas.microsoft.com/office/drawing/2014/main" id="{EE0CFFAC-C520-2C13-E9A7-62F58FA524DD}"/>
                  </a:ext>
                </a:extLst>
              </p:cNvPr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3" name="Google Shape;4243;p31">
                <a:extLst>
                  <a:ext uri="{FF2B5EF4-FFF2-40B4-BE49-F238E27FC236}">
                    <a16:creationId xmlns:a16="http://schemas.microsoft.com/office/drawing/2014/main" id="{6FBF8A3E-A0BD-ECD4-E9BD-E0554999D17D}"/>
                  </a:ext>
                </a:extLst>
              </p:cNvPr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4" name="Google Shape;4244;p31">
                <a:extLst>
                  <a:ext uri="{FF2B5EF4-FFF2-40B4-BE49-F238E27FC236}">
                    <a16:creationId xmlns:a16="http://schemas.microsoft.com/office/drawing/2014/main" id="{55CC5B09-7FBF-ED17-F3D9-9CA33C1612C8}"/>
                  </a:ext>
                </a:extLst>
              </p:cNvPr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5" name="Google Shape;4245;p31">
                <a:extLst>
                  <a:ext uri="{FF2B5EF4-FFF2-40B4-BE49-F238E27FC236}">
                    <a16:creationId xmlns:a16="http://schemas.microsoft.com/office/drawing/2014/main" id="{1071D290-3607-88F5-D046-F378F1991BA4}"/>
                  </a:ext>
                </a:extLst>
              </p:cNvPr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6" name="Google Shape;4246;p31">
                <a:extLst>
                  <a:ext uri="{FF2B5EF4-FFF2-40B4-BE49-F238E27FC236}">
                    <a16:creationId xmlns:a16="http://schemas.microsoft.com/office/drawing/2014/main" id="{43FED2AB-4F1C-0BB6-CA5B-DAA12167C589}"/>
                  </a:ext>
                </a:extLst>
              </p:cNvPr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7" name="Google Shape;4247;p31">
                <a:extLst>
                  <a:ext uri="{FF2B5EF4-FFF2-40B4-BE49-F238E27FC236}">
                    <a16:creationId xmlns:a16="http://schemas.microsoft.com/office/drawing/2014/main" id="{E89A4E07-001B-6F34-B0B4-13BC74A88BCA}"/>
                  </a:ext>
                </a:extLst>
              </p:cNvPr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8" name="Google Shape;4248;p31">
                <a:extLst>
                  <a:ext uri="{FF2B5EF4-FFF2-40B4-BE49-F238E27FC236}">
                    <a16:creationId xmlns:a16="http://schemas.microsoft.com/office/drawing/2014/main" id="{BBB00AFD-1EB9-7207-EE9A-E4094526BFF9}"/>
                  </a:ext>
                </a:extLst>
              </p:cNvPr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9" name="Google Shape;4249;p31">
                <a:extLst>
                  <a:ext uri="{FF2B5EF4-FFF2-40B4-BE49-F238E27FC236}">
                    <a16:creationId xmlns:a16="http://schemas.microsoft.com/office/drawing/2014/main" id="{FFC810DA-0515-AC15-4E92-14CDA84FF2CB}"/>
                  </a:ext>
                </a:extLst>
              </p:cNvPr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0" name="Google Shape;4250;p31">
                <a:extLst>
                  <a:ext uri="{FF2B5EF4-FFF2-40B4-BE49-F238E27FC236}">
                    <a16:creationId xmlns:a16="http://schemas.microsoft.com/office/drawing/2014/main" id="{3190DAFE-6368-B2A7-A395-EFD9BCDF3F5F}"/>
                  </a:ext>
                </a:extLst>
              </p:cNvPr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1" name="Google Shape;4251;p31">
                <a:extLst>
                  <a:ext uri="{FF2B5EF4-FFF2-40B4-BE49-F238E27FC236}">
                    <a16:creationId xmlns:a16="http://schemas.microsoft.com/office/drawing/2014/main" id="{C09640BD-924F-D2E4-254F-A30945C730DC}"/>
                  </a:ext>
                </a:extLst>
              </p:cNvPr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2" name="Google Shape;4252;p31">
                <a:extLst>
                  <a:ext uri="{FF2B5EF4-FFF2-40B4-BE49-F238E27FC236}">
                    <a16:creationId xmlns:a16="http://schemas.microsoft.com/office/drawing/2014/main" id="{0C39209E-A345-5711-158B-FF64FEF2E0D6}"/>
                  </a:ext>
                </a:extLst>
              </p:cNvPr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3" name="Google Shape;4253;p31">
                <a:extLst>
                  <a:ext uri="{FF2B5EF4-FFF2-40B4-BE49-F238E27FC236}">
                    <a16:creationId xmlns:a16="http://schemas.microsoft.com/office/drawing/2014/main" id="{308906BB-B61B-24B8-3FD9-9FDDD1D9CE75}"/>
                  </a:ext>
                </a:extLst>
              </p:cNvPr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4" name="Google Shape;4254;p31">
                <a:extLst>
                  <a:ext uri="{FF2B5EF4-FFF2-40B4-BE49-F238E27FC236}">
                    <a16:creationId xmlns:a16="http://schemas.microsoft.com/office/drawing/2014/main" id="{FED813C0-B44E-25C3-2A7D-E318C8A15411}"/>
                  </a:ext>
                </a:extLst>
              </p:cNvPr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5" name="Google Shape;4255;p31">
                <a:extLst>
                  <a:ext uri="{FF2B5EF4-FFF2-40B4-BE49-F238E27FC236}">
                    <a16:creationId xmlns:a16="http://schemas.microsoft.com/office/drawing/2014/main" id="{1FD648FA-EBD1-546C-6D26-917CDE70C039}"/>
                  </a:ext>
                </a:extLst>
              </p:cNvPr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6" name="Google Shape;4256;p31">
                <a:extLst>
                  <a:ext uri="{FF2B5EF4-FFF2-40B4-BE49-F238E27FC236}">
                    <a16:creationId xmlns:a16="http://schemas.microsoft.com/office/drawing/2014/main" id="{0992B27E-1821-2FC7-1FBF-E6A34BAFC243}"/>
                  </a:ext>
                </a:extLst>
              </p:cNvPr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31">
                <a:extLst>
                  <a:ext uri="{FF2B5EF4-FFF2-40B4-BE49-F238E27FC236}">
                    <a16:creationId xmlns:a16="http://schemas.microsoft.com/office/drawing/2014/main" id="{DCCD148A-D73E-5E41-CEC0-1A776EE33AC2}"/>
                  </a:ext>
                </a:extLst>
              </p:cNvPr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8" name="Google Shape;4258;p31">
                <a:extLst>
                  <a:ext uri="{FF2B5EF4-FFF2-40B4-BE49-F238E27FC236}">
                    <a16:creationId xmlns:a16="http://schemas.microsoft.com/office/drawing/2014/main" id="{A6BACC6F-3678-A8D6-0B02-A61892A51483}"/>
                  </a:ext>
                </a:extLst>
              </p:cNvPr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9" name="Google Shape;4259;p31">
                <a:extLst>
                  <a:ext uri="{FF2B5EF4-FFF2-40B4-BE49-F238E27FC236}">
                    <a16:creationId xmlns:a16="http://schemas.microsoft.com/office/drawing/2014/main" id="{3A21E3F6-E0A5-69E6-4C7B-AADCA94D03FB}"/>
                  </a:ext>
                </a:extLst>
              </p:cNvPr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0" name="Google Shape;4260;p31">
                <a:extLst>
                  <a:ext uri="{FF2B5EF4-FFF2-40B4-BE49-F238E27FC236}">
                    <a16:creationId xmlns:a16="http://schemas.microsoft.com/office/drawing/2014/main" id="{2EDA37D7-910A-4262-0359-AF171BFE80FE}"/>
                  </a:ext>
                </a:extLst>
              </p:cNvPr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1" name="Google Shape;4261;p31">
                <a:extLst>
                  <a:ext uri="{FF2B5EF4-FFF2-40B4-BE49-F238E27FC236}">
                    <a16:creationId xmlns:a16="http://schemas.microsoft.com/office/drawing/2014/main" id="{FDB7B73E-BACE-C6A3-05A7-5EE3068859F0}"/>
                  </a:ext>
                </a:extLst>
              </p:cNvPr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2" name="Google Shape;4262;p31">
                <a:extLst>
                  <a:ext uri="{FF2B5EF4-FFF2-40B4-BE49-F238E27FC236}">
                    <a16:creationId xmlns:a16="http://schemas.microsoft.com/office/drawing/2014/main" id="{804DA3B4-1CAE-0B95-25D3-6ADCDDD19E6D}"/>
                  </a:ext>
                </a:extLst>
              </p:cNvPr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3" name="Google Shape;4263;p31">
                <a:extLst>
                  <a:ext uri="{FF2B5EF4-FFF2-40B4-BE49-F238E27FC236}">
                    <a16:creationId xmlns:a16="http://schemas.microsoft.com/office/drawing/2014/main" id="{B137BB7C-7386-3DB2-E0EF-BFC134A02DD3}"/>
                  </a:ext>
                </a:extLst>
              </p:cNvPr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4" name="Google Shape;4264;p31">
                <a:extLst>
                  <a:ext uri="{FF2B5EF4-FFF2-40B4-BE49-F238E27FC236}">
                    <a16:creationId xmlns:a16="http://schemas.microsoft.com/office/drawing/2014/main" id="{E6504AAF-4E4E-07C7-850B-5D8C6A9FADAE}"/>
                  </a:ext>
                </a:extLst>
              </p:cNvPr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5" name="Google Shape;4265;p31">
                <a:extLst>
                  <a:ext uri="{FF2B5EF4-FFF2-40B4-BE49-F238E27FC236}">
                    <a16:creationId xmlns:a16="http://schemas.microsoft.com/office/drawing/2014/main" id="{0F70063F-6D88-E05E-E157-71CFF835097F}"/>
                  </a:ext>
                </a:extLst>
              </p:cNvPr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6" name="Google Shape;4266;p31">
                <a:extLst>
                  <a:ext uri="{FF2B5EF4-FFF2-40B4-BE49-F238E27FC236}">
                    <a16:creationId xmlns:a16="http://schemas.microsoft.com/office/drawing/2014/main" id="{5E21A196-690D-1C66-01E5-B0478400C315}"/>
                  </a:ext>
                </a:extLst>
              </p:cNvPr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7" name="Google Shape;4267;p31">
                <a:extLst>
                  <a:ext uri="{FF2B5EF4-FFF2-40B4-BE49-F238E27FC236}">
                    <a16:creationId xmlns:a16="http://schemas.microsoft.com/office/drawing/2014/main" id="{657B40AF-6DD0-1BAE-3C47-EAF6ADE22F19}"/>
                  </a:ext>
                </a:extLst>
              </p:cNvPr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8" name="Google Shape;4268;p31">
                <a:extLst>
                  <a:ext uri="{FF2B5EF4-FFF2-40B4-BE49-F238E27FC236}">
                    <a16:creationId xmlns:a16="http://schemas.microsoft.com/office/drawing/2014/main" id="{844BA1C9-8ACD-DB4E-0006-1BA6B71A1133}"/>
                  </a:ext>
                </a:extLst>
              </p:cNvPr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9" name="Google Shape;4269;p31">
                <a:extLst>
                  <a:ext uri="{FF2B5EF4-FFF2-40B4-BE49-F238E27FC236}">
                    <a16:creationId xmlns:a16="http://schemas.microsoft.com/office/drawing/2014/main" id="{8DB7AF67-39D4-C6E2-02C0-C5EF1AFED72C}"/>
                  </a:ext>
                </a:extLst>
              </p:cNvPr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0" name="Google Shape;4270;p31">
                <a:extLst>
                  <a:ext uri="{FF2B5EF4-FFF2-40B4-BE49-F238E27FC236}">
                    <a16:creationId xmlns:a16="http://schemas.microsoft.com/office/drawing/2014/main" id="{E181FD48-C53D-023F-BFA1-B3BF60E4DF07}"/>
                  </a:ext>
                </a:extLst>
              </p:cNvPr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1" name="Google Shape;4271;p31">
                <a:extLst>
                  <a:ext uri="{FF2B5EF4-FFF2-40B4-BE49-F238E27FC236}">
                    <a16:creationId xmlns:a16="http://schemas.microsoft.com/office/drawing/2014/main" id="{491B0BC8-2C43-4E2A-C701-C904F7008A4C}"/>
                  </a:ext>
                </a:extLst>
              </p:cNvPr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2" name="Google Shape;4272;p31">
              <a:extLst>
                <a:ext uri="{FF2B5EF4-FFF2-40B4-BE49-F238E27FC236}">
                  <a16:creationId xmlns:a16="http://schemas.microsoft.com/office/drawing/2014/main" id="{319B2D3F-E4EA-CBA2-F536-2D119E614E22}"/>
                </a:ext>
              </a:extLst>
            </p:cNvPr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4273" name="Google Shape;4273;p31">
                <a:extLst>
                  <a:ext uri="{FF2B5EF4-FFF2-40B4-BE49-F238E27FC236}">
                    <a16:creationId xmlns:a16="http://schemas.microsoft.com/office/drawing/2014/main" id="{75B36A36-883D-F03B-C975-A260854DCE05}"/>
                  </a:ext>
                </a:extLst>
              </p:cNvPr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4" name="Google Shape;4274;p31">
                <a:extLst>
                  <a:ext uri="{FF2B5EF4-FFF2-40B4-BE49-F238E27FC236}">
                    <a16:creationId xmlns:a16="http://schemas.microsoft.com/office/drawing/2014/main" id="{26BA3510-C0A2-F6A2-7FC5-B6DB9B7A1F64}"/>
                  </a:ext>
                </a:extLst>
              </p:cNvPr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5" name="Google Shape;4275;p31">
                <a:extLst>
                  <a:ext uri="{FF2B5EF4-FFF2-40B4-BE49-F238E27FC236}">
                    <a16:creationId xmlns:a16="http://schemas.microsoft.com/office/drawing/2014/main" id="{0481E2E9-7556-FB27-A36C-45B037A62EEA}"/>
                  </a:ext>
                </a:extLst>
              </p:cNvPr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6" name="Google Shape;4276;p31">
                <a:extLst>
                  <a:ext uri="{FF2B5EF4-FFF2-40B4-BE49-F238E27FC236}">
                    <a16:creationId xmlns:a16="http://schemas.microsoft.com/office/drawing/2014/main" id="{925A13D7-1BA1-320A-9E27-51EFA96B33E7}"/>
                  </a:ext>
                </a:extLst>
              </p:cNvPr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7" name="Google Shape;4277;p31">
                <a:extLst>
                  <a:ext uri="{FF2B5EF4-FFF2-40B4-BE49-F238E27FC236}">
                    <a16:creationId xmlns:a16="http://schemas.microsoft.com/office/drawing/2014/main" id="{C2407F72-8045-43E8-CF8E-CD17F40811C0}"/>
                  </a:ext>
                </a:extLst>
              </p:cNvPr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8" name="Google Shape;4278;p31">
                <a:extLst>
                  <a:ext uri="{FF2B5EF4-FFF2-40B4-BE49-F238E27FC236}">
                    <a16:creationId xmlns:a16="http://schemas.microsoft.com/office/drawing/2014/main" id="{3BA3A2EB-D216-FD66-FAE1-643B8DC53E1D}"/>
                  </a:ext>
                </a:extLst>
              </p:cNvPr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9" name="Google Shape;4279;p31">
                <a:extLst>
                  <a:ext uri="{FF2B5EF4-FFF2-40B4-BE49-F238E27FC236}">
                    <a16:creationId xmlns:a16="http://schemas.microsoft.com/office/drawing/2014/main" id="{09E09474-EBED-B58A-5ECA-7B0FA1FBCEB2}"/>
                  </a:ext>
                </a:extLst>
              </p:cNvPr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0" name="Google Shape;4280;p31">
                <a:extLst>
                  <a:ext uri="{FF2B5EF4-FFF2-40B4-BE49-F238E27FC236}">
                    <a16:creationId xmlns:a16="http://schemas.microsoft.com/office/drawing/2014/main" id="{54CCE619-5B6E-5C8D-66A1-94E91D2A860A}"/>
                  </a:ext>
                </a:extLst>
              </p:cNvPr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1" name="Google Shape;4281;p31">
                <a:extLst>
                  <a:ext uri="{FF2B5EF4-FFF2-40B4-BE49-F238E27FC236}">
                    <a16:creationId xmlns:a16="http://schemas.microsoft.com/office/drawing/2014/main" id="{8AA23558-3955-DACA-7107-67A5BF0EA3D0}"/>
                  </a:ext>
                </a:extLst>
              </p:cNvPr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2" name="Google Shape;4282;p31">
                <a:extLst>
                  <a:ext uri="{FF2B5EF4-FFF2-40B4-BE49-F238E27FC236}">
                    <a16:creationId xmlns:a16="http://schemas.microsoft.com/office/drawing/2014/main" id="{E90D6B73-81D8-068C-C662-D42C8A381EBC}"/>
                  </a:ext>
                </a:extLst>
              </p:cNvPr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3" name="Google Shape;4283;p31">
                <a:extLst>
                  <a:ext uri="{FF2B5EF4-FFF2-40B4-BE49-F238E27FC236}">
                    <a16:creationId xmlns:a16="http://schemas.microsoft.com/office/drawing/2014/main" id="{67D244A4-C1C4-EA9F-F074-33FD0DBDE306}"/>
                  </a:ext>
                </a:extLst>
              </p:cNvPr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4" name="Google Shape;4284;p31">
                <a:extLst>
                  <a:ext uri="{FF2B5EF4-FFF2-40B4-BE49-F238E27FC236}">
                    <a16:creationId xmlns:a16="http://schemas.microsoft.com/office/drawing/2014/main" id="{0CE6BA2D-A7F5-60A6-A2D3-2F3C251B1E3F}"/>
                  </a:ext>
                </a:extLst>
              </p:cNvPr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5" name="Google Shape;4285;p31">
                <a:extLst>
                  <a:ext uri="{FF2B5EF4-FFF2-40B4-BE49-F238E27FC236}">
                    <a16:creationId xmlns:a16="http://schemas.microsoft.com/office/drawing/2014/main" id="{BBDD5400-CCA1-E5A2-DF23-3CEE6C847F2A}"/>
                  </a:ext>
                </a:extLst>
              </p:cNvPr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6" name="Google Shape;4286;p31">
                <a:extLst>
                  <a:ext uri="{FF2B5EF4-FFF2-40B4-BE49-F238E27FC236}">
                    <a16:creationId xmlns:a16="http://schemas.microsoft.com/office/drawing/2014/main" id="{9522CA89-CEE1-11B2-B2F4-A223F4D32F7C}"/>
                  </a:ext>
                </a:extLst>
              </p:cNvPr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7" name="Google Shape;4287;p31">
                <a:extLst>
                  <a:ext uri="{FF2B5EF4-FFF2-40B4-BE49-F238E27FC236}">
                    <a16:creationId xmlns:a16="http://schemas.microsoft.com/office/drawing/2014/main" id="{ECCF885C-092A-0401-EDC1-347A87975509}"/>
                  </a:ext>
                </a:extLst>
              </p:cNvPr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8" name="Google Shape;4288;p31">
                <a:extLst>
                  <a:ext uri="{FF2B5EF4-FFF2-40B4-BE49-F238E27FC236}">
                    <a16:creationId xmlns:a16="http://schemas.microsoft.com/office/drawing/2014/main" id="{AB86A8EB-D11F-AC92-F33A-28E02DCF460C}"/>
                  </a:ext>
                </a:extLst>
              </p:cNvPr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9" name="Google Shape;4289;p31">
                <a:extLst>
                  <a:ext uri="{FF2B5EF4-FFF2-40B4-BE49-F238E27FC236}">
                    <a16:creationId xmlns:a16="http://schemas.microsoft.com/office/drawing/2014/main" id="{85606C33-D115-0A16-4D73-E006410EAE0C}"/>
                  </a:ext>
                </a:extLst>
              </p:cNvPr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0" name="Google Shape;4290;p31">
                <a:extLst>
                  <a:ext uri="{FF2B5EF4-FFF2-40B4-BE49-F238E27FC236}">
                    <a16:creationId xmlns:a16="http://schemas.microsoft.com/office/drawing/2014/main" id="{FBB5BD72-E8FA-CD96-D203-CC8ABFF17801}"/>
                  </a:ext>
                </a:extLst>
              </p:cNvPr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1" name="Google Shape;4291;p31">
                <a:extLst>
                  <a:ext uri="{FF2B5EF4-FFF2-40B4-BE49-F238E27FC236}">
                    <a16:creationId xmlns:a16="http://schemas.microsoft.com/office/drawing/2014/main" id="{C3E4A3A5-A843-1F4F-61B8-E2A3E1F64FAD}"/>
                  </a:ext>
                </a:extLst>
              </p:cNvPr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2" name="Google Shape;4292;p31">
                <a:extLst>
                  <a:ext uri="{FF2B5EF4-FFF2-40B4-BE49-F238E27FC236}">
                    <a16:creationId xmlns:a16="http://schemas.microsoft.com/office/drawing/2014/main" id="{5B7F7B83-A0AA-2058-B105-BDAA0044265F}"/>
                  </a:ext>
                </a:extLst>
              </p:cNvPr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3" name="Google Shape;4293;p31">
                <a:extLst>
                  <a:ext uri="{FF2B5EF4-FFF2-40B4-BE49-F238E27FC236}">
                    <a16:creationId xmlns:a16="http://schemas.microsoft.com/office/drawing/2014/main" id="{5B41C110-82B7-3B18-3020-4EB07CD81D0E}"/>
                  </a:ext>
                </a:extLst>
              </p:cNvPr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4" name="Google Shape;4294;p31">
                <a:extLst>
                  <a:ext uri="{FF2B5EF4-FFF2-40B4-BE49-F238E27FC236}">
                    <a16:creationId xmlns:a16="http://schemas.microsoft.com/office/drawing/2014/main" id="{FBB1CC9E-DF90-8257-FE3C-C1D4E17FCFAA}"/>
                  </a:ext>
                </a:extLst>
              </p:cNvPr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5" name="Google Shape;4295;p31">
                <a:extLst>
                  <a:ext uri="{FF2B5EF4-FFF2-40B4-BE49-F238E27FC236}">
                    <a16:creationId xmlns:a16="http://schemas.microsoft.com/office/drawing/2014/main" id="{08970F1B-C1C6-D07A-92E8-F288640155FF}"/>
                  </a:ext>
                </a:extLst>
              </p:cNvPr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6" name="Google Shape;4296;p31">
                <a:extLst>
                  <a:ext uri="{FF2B5EF4-FFF2-40B4-BE49-F238E27FC236}">
                    <a16:creationId xmlns:a16="http://schemas.microsoft.com/office/drawing/2014/main" id="{30F53A2A-4745-2B43-DCBA-4FA57275A87C}"/>
                  </a:ext>
                </a:extLst>
              </p:cNvPr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7" name="Google Shape;4297;p31">
                <a:extLst>
                  <a:ext uri="{FF2B5EF4-FFF2-40B4-BE49-F238E27FC236}">
                    <a16:creationId xmlns:a16="http://schemas.microsoft.com/office/drawing/2014/main" id="{F38DB410-EC68-738B-179F-A30014F93986}"/>
                  </a:ext>
                </a:extLst>
              </p:cNvPr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8" name="Google Shape;4298;p31">
                <a:extLst>
                  <a:ext uri="{FF2B5EF4-FFF2-40B4-BE49-F238E27FC236}">
                    <a16:creationId xmlns:a16="http://schemas.microsoft.com/office/drawing/2014/main" id="{E5061B7A-5CE7-FEF9-FF25-B02295FAE971}"/>
                  </a:ext>
                </a:extLst>
              </p:cNvPr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9" name="Google Shape;4299;p31">
                <a:extLst>
                  <a:ext uri="{FF2B5EF4-FFF2-40B4-BE49-F238E27FC236}">
                    <a16:creationId xmlns:a16="http://schemas.microsoft.com/office/drawing/2014/main" id="{81C80D0E-9CB7-8946-7796-56BFC7565CBF}"/>
                  </a:ext>
                </a:extLst>
              </p:cNvPr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31">
                <a:extLst>
                  <a:ext uri="{FF2B5EF4-FFF2-40B4-BE49-F238E27FC236}">
                    <a16:creationId xmlns:a16="http://schemas.microsoft.com/office/drawing/2014/main" id="{6C9D73D4-6D67-4489-8F86-48DDCF7CDBD6}"/>
                  </a:ext>
                </a:extLst>
              </p:cNvPr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1" name="Google Shape;4301;p31">
                <a:extLst>
                  <a:ext uri="{FF2B5EF4-FFF2-40B4-BE49-F238E27FC236}">
                    <a16:creationId xmlns:a16="http://schemas.microsoft.com/office/drawing/2014/main" id="{AE76CA6A-4BD1-319F-64B0-6A1C213D77C6}"/>
                  </a:ext>
                </a:extLst>
              </p:cNvPr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2" name="Google Shape;4302;p31">
                <a:extLst>
                  <a:ext uri="{FF2B5EF4-FFF2-40B4-BE49-F238E27FC236}">
                    <a16:creationId xmlns:a16="http://schemas.microsoft.com/office/drawing/2014/main" id="{94258142-ED80-C589-0C53-81F8F53EC00B}"/>
                  </a:ext>
                </a:extLst>
              </p:cNvPr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3" name="Google Shape;4303;p31">
                <a:extLst>
                  <a:ext uri="{FF2B5EF4-FFF2-40B4-BE49-F238E27FC236}">
                    <a16:creationId xmlns:a16="http://schemas.microsoft.com/office/drawing/2014/main" id="{F24AD8B9-D188-5795-5B18-13319E3A4AC2}"/>
                  </a:ext>
                </a:extLst>
              </p:cNvPr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4" name="Google Shape;4304;p31">
                <a:extLst>
                  <a:ext uri="{FF2B5EF4-FFF2-40B4-BE49-F238E27FC236}">
                    <a16:creationId xmlns:a16="http://schemas.microsoft.com/office/drawing/2014/main" id="{617B156A-829A-3EB5-63EA-EFA8B108AD56}"/>
                  </a:ext>
                </a:extLst>
              </p:cNvPr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5" name="Google Shape;4305;p31">
                <a:extLst>
                  <a:ext uri="{FF2B5EF4-FFF2-40B4-BE49-F238E27FC236}">
                    <a16:creationId xmlns:a16="http://schemas.microsoft.com/office/drawing/2014/main" id="{A8AFA59C-CFB7-8414-5652-F6E1DAE1A7C8}"/>
                  </a:ext>
                </a:extLst>
              </p:cNvPr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6" name="Google Shape;4306;p31">
                <a:extLst>
                  <a:ext uri="{FF2B5EF4-FFF2-40B4-BE49-F238E27FC236}">
                    <a16:creationId xmlns:a16="http://schemas.microsoft.com/office/drawing/2014/main" id="{A92FA92D-68D0-4974-AC1F-37297CCCF74A}"/>
                  </a:ext>
                </a:extLst>
              </p:cNvPr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7" name="Google Shape;4307;p31">
                <a:extLst>
                  <a:ext uri="{FF2B5EF4-FFF2-40B4-BE49-F238E27FC236}">
                    <a16:creationId xmlns:a16="http://schemas.microsoft.com/office/drawing/2014/main" id="{D259610F-EC25-F455-2883-120E25832603}"/>
                  </a:ext>
                </a:extLst>
              </p:cNvPr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8" name="Google Shape;4308;p31">
                <a:extLst>
                  <a:ext uri="{FF2B5EF4-FFF2-40B4-BE49-F238E27FC236}">
                    <a16:creationId xmlns:a16="http://schemas.microsoft.com/office/drawing/2014/main" id="{DEDDB299-6F12-9EB4-9BBB-9CD73BE18175}"/>
                  </a:ext>
                </a:extLst>
              </p:cNvPr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9" name="Google Shape;4309;p31">
                <a:extLst>
                  <a:ext uri="{FF2B5EF4-FFF2-40B4-BE49-F238E27FC236}">
                    <a16:creationId xmlns:a16="http://schemas.microsoft.com/office/drawing/2014/main" id="{556D0679-3B6C-E3A0-6611-31FCBBA4351C}"/>
                  </a:ext>
                </a:extLst>
              </p:cNvPr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0" name="Google Shape;4310;p31">
                <a:extLst>
                  <a:ext uri="{FF2B5EF4-FFF2-40B4-BE49-F238E27FC236}">
                    <a16:creationId xmlns:a16="http://schemas.microsoft.com/office/drawing/2014/main" id="{926E56EE-786A-4D0A-D363-44B800D3731E}"/>
                  </a:ext>
                </a:extLst>
              </p:cNvPr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1" name="Google Shape;4311;p31">
                <a:extLst>
                  <a:ext uri="{FF2B5EF4-FFF2-40B4-BE49-F238E27FC236}">
                    <a16:creationId xmlns:a16="http://schemas.microsoft.com/office/drawing/2014/main" id="{D7C3A49B-BB2E-F742-114F-2FBE37ECB779}"/>
                  </a:ext>
                </a:extLst>
              </p:cNvPr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2" name="Google Shape;4312;p31">
                <a:extLst>
                  <a:ext uri="{FF2B5EF4-FFF2-40B4-BE49-F238E27FC236}">
                    <a16:creationId xmlns:a16="http://schemas.microsoft.com/office/drawing/2014/main" id="{AA33EA0A-C804-FB0F-12B2-B80A518D7E00}"/>
                  </a:ext>
                </a:extLst>
              </p:cNvPr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3" name="Google Shape;4313;p31">
                <a:extLst>
                  <a:ext uri="{FF2B5EF4-FFF2-40B4-BE49-F238E27FC236}">
                    <a16:creationId xmlns:a16="http://schemas.microsoft.com/office/drawing/2014/main" id="{8BC6D974-A936-9A97-ADA9-33663857267B}"/>
                  </a:ext>
                </a:extLst>
              </p:cNvPr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4" name="Google Shape;4314;p31">
                <a:extLst>
                  <a:ext uri="{FF2B5EF4-FFF2-40B4-BE49-F238E27FC236}">
                    <a16:creationId xmlns:a16="http://schemas.microsoft.com/office/drawing/2014/main" id="{3E590BA9-1577-6CE2-5CFF-C0695FB4B9E8}"/>
                  </a:ext>
                </a:extLst>
              </p:cNvPr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5" name="Google Shape;4315;p31">
                <a:extLst>
                  <a:ext uri="{FF2B5EF4-FFF2-40B4-BE49-F238E27FC236}">
                    <a16:creationId xmlns:a16="http://schemas.microsoft.com/office/drawing/2014/main" id="{8F78C081-4D6B-0C95-FDFF-B553EEED36CB}"/>
                  </a:ext>
                </a:extLst>
              </p:cNvPr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6" name="Google Shape;4316;p31">
                <a:extLst>
                  <a:ext uri="{FF2B5EF4-FFF2-40B4-BE49-F238E27FC236}">
                    <a16:creationId xmlns:a16="http://schemas.microsoft.com/office/drawing/2014/main" id="{54960BD1-62BB-0EFC-70A1-CFC63A5EAE1C}"/>
                  </a:ext>
                </a:extLst>
              </p:cNvPr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7" name="Google Shape;4317;p31">
                <a:extLst>
                  <a:ext uri="{FF2B5EF4-FFF2-40B4-BE49-F238E27FC236}">
                    <a16:creationId xmlns:a16="http://schemas.microsoft.com/office/drawing/2014/main" id="{DF9D4462-FE9C-6C1A-6A62-65F6C2392CB5}"/>
                  </a:ext>
                </a:extLst>
              </p:cNvPr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8" name="Google Shape;4318;p31">
                <a:extLst>
                  <a:ext uri="{FF2B5EF4-FFF2-40B4-BE49-F238E27FC236}">
                    <a16:creationId xmlns:a16="http://schemas.microsoft.com/office/drawing/2014/main" id="{2F3DB2C2-FC55-D373-EF8C-6AB733597569}"/>
                  </a:ext>
                </a:extLst>
              </p:cNvPr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9" name="Google Shape;4319;p31">
                <a:extLst>
                  <a:ext uri="{FF2B5EF4-FFF2-40B4-BE49-F238E27FC236}">
                    <a16:creationId xmlns:a16="http://schemas.microsoft.com/office/drawing/2014/main" id="{69DE7DAC-A08C-3732-E11C-49235FDE135D}"/>
                  </a:ext>
                </a:extLst>
              </p:cNvPr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0" name="Google Shape;4320;p31">
                <a:extLst>
                  <a:ext uri="{FF2B5EF4-FFF2-40B4-BE49-F238E27FC236}">
                    <a16:creationId xmlns:a16="http://schemas.microsoft.com/office/drawing/2014/main" id="{901EE048-9121-BF57-81B8-6F31B5EE4A0A}"/>
                  </a:ext>
                </a:extLst>
              </p:cNvPr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1" name="Google Shape;4321;p31">
                <a:extLst>
                  <a:ext uri="{FF2B5EF4-FFF2-40B4-BE49-F238E27FC236}">
                    <a16:creationId xmlns:a16="http://schemas.microsoft.com/office/drawing/2014/main" id="{DE537E43-4905-E9C5-4631-0CC699433722}"/>
                  </a:ext>
                </a:extLst>
              </p:cNvPr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2" name="Google Shape;4322;p31">
                <a:extLst>
                  <a:ext uri="{FF2B5EF4-FFF2-40B4-BE49-F238E27FC236}">
                    <a16:creationId xmlns:a16="http://schemas.microsoft.com/office/drawing/2014/main" id="{713DF4DD-CDA5-71AB-77EA-FE48366F7326}"/>
                  </a:ext>
                </a:extLst>
              </p:cNvPr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3" name="Google Shape;4323;p31">
                <a:extLst>
                  <a:ext uri="{FF2B5EF4-FFF2-40B4-BE49-F238E27FC236}">
                    <a16:creationId xmlns:a16="http://schemas.microsoft.com/office/drawing/2014/main" id="{779AC0AF-CAC6-6D0A-55CA-0F5D52E9FFAA}"/>
                  </a:ext>
                </a:extLst>
              </p:cNvPr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31">
                <a:extLst>
                  <a:ext uri="{FF2B5EF4-FFF2-40B4-BE49-F238E27FC236}">
                    <a16:creationId xmlns:a16="http://schemas.microsoft.com/office/drawing/2014/main" id="{BE9EBEDF-8290-A237-A41F-2433B01D56CA}"/>
                  </a:ext>
                </a:extLst>
              </p:cNvPr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5" name="Google Shape;4325;p31">
                <a:extLst>
                  <a:ext uri="{FF2B5EF4-FFF2-40B4-BE49-F238E27FC236}">
                    <a16:creationId xmlns:a16="http://schemas.microsoft.com/office/drawing/2014/main" id="{8C32CB97-6797-C7FB-5D8D-0FA0750CE8F1}"/>
                  </a:ext>
                </a:extLst>
              </p:cNvPr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26" name="Google Shape;4326;p31">
              <a:extLst>
                <a:ext uri="{FF2B5EF4-FFF2-40B4-BE49-F238E27FC236}">
                  <a16:creationId xmlns:a16="http://schemas.microsoft.com/office/drawing/2014/main" id="{6A4B20E3-F571-3624-38F6-6F48F56FCD7C}"/>
                </a:ext>
              </a:extLst>
            </p:cNvPr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4327" name="Google Shape;4327;p31">
                <a:extLst>
                  <a:ext uri="{FF2B5EF4-FFF2-40B4-BE49-F238E27FC236}">
                    <a16:creationId xmlns:a16="http://schemas.microsoft.com/office/drawing/2014/main" id="{B0590795-6D25-8751-3C93-FCB11675DBDB}"/>
                  </a:ext>
                </a:extLst>
              </p:cNvPr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8" name="Google Shape;4328;p31">
                <a:extLst>
                  <a:ext uri="{FF2B5EF4-FFF2-40B4-BE49-F238E27FC236}">
                    <a16:creationId xmlns:a16="http://schemas.microsoft.com/office/drawing/2014/main" id="{5B86C9BA-D716-E91D-6ECB-610F4C56D2C4}"/>
                  </a:ext>
                </a:extLst>
              </p:cNvPr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9" name="Google Shape;4329;p31">
                <a:extLst>
                  <a:ext uri="{FF2B5EF4-FFF2-40B4-BE49-F238E27FC236}">
                    <a16:creationId xmlns:a16="http://schemas.microsoft.com/office/drawing/2014/main" id="{14E3186E-2158-7E08-66CB-EBDF2B3BF078}"/>
                  </a:ext>
                </a:extLst>
              </p:cNvPr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0" name="Google Shape;4330;p31">
                <a:extLst>
                  <a:ext uri="{FF2B5EF4-FFF2-40B4-BE49-F238E27FC236}">
                    <a16:creationId xmlns:a16="http://schemas.microsoft.com/office/drawing/2014/main" id="{12A13224-3080-BBBB-E3AD-1A89930D3004}"/>
                  </a:ext>
                </a:extLst>
              </p:cNvPr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1" name="Google Shape;4331;p31">
                <a:extLst>
                  <a:ext uri="{FF2B5EF4-FFF2-40B4-BE49-F238E27FC236}">
                    <a16:creationId xmlns:a16="http://schemas.microsoft.com/office/drawing/2014/main" id="{F0E22E8C-937E-A717-91A3-256386167EC1}"/>
                  </a:ext>
                </a:extLst>
              </p:cNvPr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2" name="Google Shape;4332;p31">
                <a:extLst>
                  <a:ext uri="{FF2B5EF4-FFF2-40B4-BE49-F238E27FC236}">
                    <a16:creationId xmlns:a16="http://schemas.microsoft.com/office/drawing/2014/main" id="{A1511BDE-E6E0-F368-8875-319B79CC7872}"/>
                  </a:ext>
                </a:extLst>
              </p:cNvPr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3" name="Google Shape;4333;p31">
                <a:extLst>
                  <a:ext uri="{FF2B5EF4-FFF2-40B4-BE49-F238E27FC236}">
                    <a16:creationId xmlns:a16="http://schemas.microsoft.com/office/drawing/2014/main" id="{9751E17A-8675-06E0-8B30-799D1451E9FD}"/>
                  </a:ext>
                </a:extLst>
              </p:cNvPr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4" name="Google Shape;4334;p31">
                <a:extLst>
                  <a:ext uri="{FF2B5EF4-FFF2-40B4-BE49-F238E27FC236}">
                    <a16:creationId xmlns:a16="http://schemas.microsoft.com/office/drawing/2014/main" id="{E51B101B-A2D5-2452-DB01-A6997792CE76}"/>
                  </a:ext>
                </a:extLst>
              </p:cNvPr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5" name="Google Shape;4335;p31">
                <a:extLst>
                  <a:ext uri="{FF2B5EF4-FFF2-40B4-BE49-F238E27FC236}">
                    <a16:creationId xmlns:a16="http://schemas.microsoft.com/office/drawing/2014/main" id="{58102049-F4DF-387E-6D6C-0C4888593E90}"/>
                  </a:ext>
                </a:extLst>
              </p:cNvPr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6" name="Google Shape;4336;p31">
                <a:extLst>
                  <a:ext uri="{FF2B5EF4-FFF2-40B4-BE49-F238E27FC236}">
                    <a16:creationId xmlns:a16="http://schemas.microsoft.com/office/drawing/2014/main" id="{038C7671-1A3A-3B33-75BC-69445597F379}"/>
                  </a:ext>
                </a:extLst>
              </p:cNvPr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7" name="Google Shape;4337;p31">
                <a:extLst>
                  <a:ext uri="{FF2B5EF4-FFF2-40B4-BE49-F238E27FC236}">
                    <a16:creationId xmlns:a16="http://schemas.microsoft.com/office/drawing/2014/main" id="{42A45FE3-0D29-D464-128F-4411BA76AFBC}"/>
                  </a:ext>
                </a:extLst>
              </p:cNvPr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8" name="Google Shape;4338;p31">
                <a:extLst>
                  <a:ext uri="{FF2B5EF4-FFF2-40B4-BE49-F238E27FC236}">
                    <a16:creationId xmlns:a16="http://schemas.microsoft.com/office/drawing/2014/main" id="{B4F4810F-F12E-5D21-8030-D7F7F429DC97}"/>
                  </a:ext>
                </a:extLst>
              </p:cNvPr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9" name="Google Shape;4339;p31">
                <a:extLst>
                  <a:ext uri="{FF2B5EF4-FFF2-40B4-BE49-F238E27FC236}">
                    <a16:creationId xmlns:a16="http://schemas.microsoft.com/office/drawing/2014/main" id="{203E357A-458B-3EEC-9386-53BBCBE4083E}"/>
                  </a:ext>
                </a:extLst>
              </p:cNvPr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0" name="Google Shape;4340;p31">
                <a:extLst>
                  <a:ext uri="{FF2B5EF4-FFF2-40B4-BE49-F238E27FC236}">
                    <a16:creationId xmlns:a16="http://schemas.microsoft.com/office/drawing/2014/main" id="{7EEE0267-09C5-E89A-3BF1-C8CEBFAA8380}"/>
                  </a:ext>
                </a:extLst>
              </p:cNvPr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1" name="Google Shape;4341;p31">
                <a:extLst>
                  <a:ext uri="{FF2B5EF4-FFF2-40B4-BE49-F238E27FC236}">
                    <a16:creationId xmlns:a16="http://schemas.microsoft.com/office/drawing/2014/main" id="{66D7C765-24D7-C505-2E63-4E55AC093A38}"/>
                  </a:ext>
                </a:extLst>
              </p:cNvPr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2" name="Google Shape;4342;p31">
                <a:extLst>
                  <a:ext uri="{FF2B5EF4-FFF2-40B4-BE49-F238E27FC236}">
                    <a16:creationId xmlns:a16="http://schemas.microsoft.com/office/drawing/2014/main" id="{BB62327E-DE90-0A30-4C1B-E6755B807B82}"/>
                  </a:ext>
                </a:extLst>
              </p:cNvPr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3" name="Google Shape;4343;p31">
                <a:extLst>
                  <a:ext uri="{FF2B5EF4-FFF2-40B4-BE49-F238E27FC236}">
                    <a16:creationId xmlns:a16="http://schemas.microsoft.com/office/drawing/2014/main" id="{759EFC4A-FD13-D4EE-34AA-C4338700567F}"/>
                  </a:ext>
                </a:extLst>
              </p:cNvPr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4" name="Google Shape;4344;p31">
                <a:extLst>
                  <a:ext uri="{FF2B5EF4-FFF2-40B4-BE49-F238E27FC236}">
                    <a16:creationId xmlns:a16="http://schemas.microsoft.com/office/drawing/2014/main" id="{EF64BB6E-D3AA-441E-CF85-2C33A3C9DC6D}"/>
                  </a:ext>
                </a:extLst>
              </p:cNvPr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31">
                <a:extLst>
                  <a:ext uri="{FF2B5EF4-FFF2-40B4-BE49-F238E27FC236}">
                    <a16:creationId xmlns:a16="http://schemas.microsoft.com/office/drawing/2014/main" id="{96E17DD1-4A5A-1BB6-F316-030D4E7BD369}"/>
                  </a:ext>
                </a:extLst>
              </p:cNvPr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6" name="Google Shape;4346;p31">
                <a:extLst>
                  <a:ext uri="{FF2B5EF4-FFF2-40B4-BE49-F238E27FC236}">
                    <a16:creationId xmlns:a16="http://schemas.microsoft.com/office/drawing/2014/main" id="{C351B3A5-B83A-A8C7-E0FD-62507EBA3BB1}"/>
                  </a:ext>
                </a:extLst>
              </p:cNvPr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7" name="Google Shape;4347;p31">
                <a:extLst>
                  <a:ext uri="{FF2B5EF4-FFF2-40B4-BE49-F238E27FC236}">
                    <a16:creationId xmlns:a16="http://schemas.microsoft.com/office/drawing/2014/main" id="{404D186A-98A8-514C-CBF6-1DBE8389CB39}"/>
                  </a:ext>
                </a:extLst>
              </p:cNvPr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8" name="Google Shape;4348;p31">
                <a:extLst>
                  <a:ext uri="{FF2B5EF4-FFF2-40B4-BE49-F238E27FC236}">
                    <a16:creationId xmlns:a16="http://schemas.microsoft.com/office/drawing/2014/main" id="{728A9800-286D-F1BC-31CF-737BFD01DF11}"/>
                  </a:ext>
                </a:extLst>
              </p:cNvPr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9" name="Google Shape;4349;p31">
                <a:extLst>
                  <a:ext uri="{FF2B5EF4-FFF2-40B4-BE49-F238E27FC236}">
                    <a16:creationId xmlns:a16="http://schemas.microsoft.com/office/drawing/2014/main" id="{826744FB-CEEE-3FCC-F809-87FEE425F964}"/>
                  </a:ext>
                </a:extLst>
              </p:cNvPr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0" name="Google Shape;4350;p31">
                <a:extLst>
                  <a:ext uri="{FF2B5EF4-FFF2-40B4-BE49-F238E27FC236}">
                    <a16:creationId xmlns:a16="http://schemas.microsoft.com/office/drawing/2014/main" id="{2603E8FA-72BD-3423-890F-2FC5361BA20E}"/>
                  </a:ext>
                </a:extLst>
              </p:cNvPr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1" name="Google Shape;4351;p31">
                <a:extLst>
                  <a:ext uri="{FF2B5EF4-FFF2-40B4-BE49-F238E27FC236}">
                    <a16:creationId xmlns:a16="http://schemas.microsoft.com/office/drawing/2014/main" id="{CBC638E8-509A-82D9-9F49-71A63C7C28A1}"/>
                  </a:ext>
                </a:extLst>
              </p:cNvPr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2" name="Google Shape;4352;p31">
                <a:extLst>
                  <a:ext uri="{FF2B5EF4-FFF2-40B4-BE49-F238E27FC236}">
                    <a16:creationId xmlns:a16="http://schemas.microsoft.com/office/drawing/2014/main" id="{A2FB3F02-8C15-D330-4687-E5CDED12F744}"/>
                  </a:ext>
                </a:extLst>
              </p:cNvPr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3" name="Google Shape;4353;p31">
                <a:extLst>
                  <a:ext uri="{FF2B5EF4-FFF2-40B4-BE49-F238E27FC236}">
                    <a16:creationId xmlns:a16="http://schemas.microsoft.com/office/drawing/2014/main" id="{412EDD41-9E77-BBA1-DBBD-EED02E40309F}"/>
                  </a:ext>
                </a:extLst>
              </p:cNvPr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31">
                <a:extLst>
                  <a:ext uri="{FF2B5EF4-FFF2-40B4-BE49-F238E27FC236}">
                    <a16:creationId xmlns:a16="http://schemas.microsoft.com/office/drawing/2014/main" id="{2630BDD3-5C4A-03EE-65BC-32555E106D26}"/>
                  </a:ext>
                </a:extLst>
              </p:cNvPr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5" name="Google Shape;4355;p31">
                <a:extLst>
                  <a:ext uri="{FF2B5EF4-FFF2-40B4-BE49-F238E27FC236}">
                    <a16:creationId xmlns:a16="http://schemas.microsoft.com/office/drawing/2014/main" id="{C5190FA3-D033-64F5-AE18-E3355B82DD30}"/>
                  </a:ext>
                </a:extLst>
              </p:cNvPr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6" name="Google Shape;4356;p31">
                <a:extLst>
                  <a:ext uri="{FF2B5EF4-FFF2-40B4-BE49-F238E27FC236}">
                    <a16:creationId xmlns:a16="http://schemas.microsoft.com/office/drawing/2014/main" id="{60E817D3-9456-33B5-F147-EF3589F0075D}"/>
                  </a:ext>
                </a:extLst>
              </p:cNvPr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7" name="Google Shape;4357;p31">
                <a:extLst>
                  <a:ext uri="{FF2B5EF4-FFF2-40B4-BE49-F238E27FC236}">
                    <a16:creationId xmlns:a16="http://schemas.microsoft.com/office/drawing/2014/main" id="{7B2A971F-705E-8FF1-943A-F20779DC68B1}"/>
                  </a:ext>
                </a:extLst>
              </p:cNvPr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8" name="Google Shape;4358;p31">
                <a:extLst>
                  <a:ext uri="{FF2B5EF4-FFF2-40B4-BE49-F238E27FC236}">
                    <a16:creationId xmlns:a16="http://schemas.microsoft.com/office/drawing/2014/main" id="{08296943-EB16-8557-DCCA-C0F750FAB238}"/>
                  </a:ext>
                </a:extLst>
              </p:cNvPr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9" name="Google Shape;4359;p31">
                <a:extLst>
                  <a:ext uri="{FF2B5EF4-FFF2-40B4-BE49-F238E27FC236}">
                    <a16:creationId xmlns:a16="http://schemas.microsoft.com/office/drawing/2014/main" id="{A3B281EC-3CDF-4314-18E3-DE633790926D}"/>
                  </a:ext>
                </a:extLst>
              </p:cNvPr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0" name="Google Shape;4360;p31">
                <a:extLst>
                  <a:ext uri="{FF2B5EF4-FFF2-40B4-BE49-F238E27FC236}">
                    <a16:creationId xmlns:a16="http://schemas.microsoft.com/office/drawing/2014/main" id="{D039D25C-BB4A-6316-E852-22B813DFEEF0}"/>
                  </a:ext>
                </a:extLst>
              </p:cNvPr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1" name="Google Shape;4361;p31">
                <a:extLst>
                  <a:ext uri="{FF2B5EF4-FFF2-40B4-BE49-F238E27FC236}">
                    <a16:creationId xmlns:a16="http://schemas.microsoft.com/office/drawing/2014/main" id="{3B589759-8A2F-1346-BCC1-568F80E9F961}"/>
                  </a:ext>
                </a:extLst>
              </p:cNvPr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2" name="Google Shape;4362;p31">
                <a:extLst>
                  <a:ext uri="{FF2B5EF4-FFF2-40B4-BE49-F238E27FC236}">
                    <a16:creationId xmlns:a16="http://schemas.microsoft.com/office/drawing/2014/main" id="{61FD210E-1824-98A0-B8A0-FBA2F362C13A}"/>
                  </a:ext>
                </a:extLst>
              </p:cNvPr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3" name="Google Shape;4363;p31">
                <a:extLst>
                  <a:ext uri="{FF2B5EF4-FFF2-40B4-BE49-F238E27FC236}">
                    <a16:creationId xmlns:a16="http://schemas.microsoft.com/office/drawing/2014/main" id="{ACE3A3FB-2354-0AEB-896D-108AF4CA47EA}"/>
                  </a:ext>
                </a:extLst>
              </p:cNvPr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4" name="Google Shape;4364;p31">
                <a:extLst>
                  <a:ext uri="{FF2B5EF4-FFF2-40B4-BE49-F238E27FC236}">
                    <a16:creationId xmlns:a16="http://schemas.microsoft.com/office/drawing/2014/main" id="{5522547F-0BA4-C80F-0E57-D0FA48770BD1}"/>
                  </a:ext>
                </a:extLst>
              </p:cNvPr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5" name="Google Shape;4365;p31">
                <a:extLst>
                  <a:ext uri="{FF2B5EF4-FFF2-40B4-BE49-F238E27FC236}">
                    <a16:creationId xmlns:a16="http://schemas.microsoft.com/office/drawing/2014/main" id="{18D9CA6D-4290-1B21-04EB-CE40C8C498FB}"/>
                  </a:ext>
                </a:extLst>
              </p:cNvPr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6" name="Google Shape;4366;p31">
                <a:extLst>
                  <a:ext uri="{FF2B5EF4-FFF2-40B4-BE49-F238E27FC236}">
                    <a16:creationId xmlns:a16="http://schemas.microsoft.com/office/drawing/2014/main" id="{8BAE0B75-839E-B9CA-0BFF-B032B8C36D02}"/>
                  </a:ext>
                </a:extLst>
              </p:cNvPr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7" name="Google Shape;4367;p31">
                <a:extLst>
                  <a:ext uri="{FF2B5EF4-FFF2-40B4-BE49-F238E27FC236}">
                    <a16:creationId xmlns:a16="http://schemas.microsoft.com/office/drawing/2014/main" id="{AA59DA59-6B18-BF61-5CB6-3236F6664180}"/>
                  </a:ext>
                </a:extLst>
              </p:cNvPr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8" name="Google Shape;4368;p31">
                <a:extLst>
                  <a:ext uri="{FF2B5EF4-FFF2-40B4-BE49-F238E27FC236}">
                    <a16:creationId xmlns:a16="http://schemas.microsoft.com/office/drawing/2014/main" id="{1C42E49A-A3F9-FE84-C02B-C201DAAD14A0}"/>
                  </a:ext>
                </a:extLst>
              </p:cNvPr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9" name="Google Shape;4369;p31">
                <a:extLst>
                  <a:ext uri="{FF2B5EF4-FFF2-40B4-BE49-F238E27FC236}">
                    <a16:creationId xmlns:a16="http://schemas.microsoft.com/office/drawing/2014/main" id="{063F3A9E-F500-E40C-1374-41F043D6F4D4}"/>
                  </a:ext>
                </a:extLst>
              </p:cNvPr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0" name="Google Shape;4370;p31">
                <a:extLst>
                  <a:ext uri="{FF2B5EF4-FFF2-40B4-BE49-F238E27FC236}">
                    <a16:creationId xmlns:a16="http://schemas.microsoft.com/office/drawing/2014/main" id="{7A6A60A7-25B0-DADA-6A95-F791754BB910}"/>
                  </a:ext>
                </a:extLst>
              </p:cNvPr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1" name="Google Shape;4371;p31">
                <a:extLst>
                  <a:ext uri="{FF2B5EF4-FFF2-40B4-BE49-F238E27FC236}">
                    <a16:creationId xmlns:a16="http://schemas.microsoft.com/office/drawing/2014/main" id="{8B8832E8-3690-D1C4-41CF-386095F10EAA}"/>
                  </a:ext>
                </a:extLst>
              </p:cNvPr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2" name="Google Shape;4372;p31">
                <a:extLst>
                  <a:ext uri="{FF2B5EF4-FFF2-40B4-BE49-F238E27FC236}">
                    <a16:creationId xmlns:a16="http://schemas.microsoft.com/office/drawing/2014/main" id="{BEF7E127-545E-DCE3-A996-A0AA61315386}"/>
                  </a:ext>
                </a:extLst>
              </p:cNvPr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3" name="Google Shape;4373;p31">
                <a:extLst>
                  <a:ext uri="{FF2B5EF4-FFF2-40B4-BE49-F238E27FC236}">
                    <a16:creationId xmlns:a16="http://schemas.microsoft.com/office/drawing/2014/main" id="{DA65F5F5-AA62-B96A-8C3D-39409F6F11DE}"/>
                  </a:ext>
                </a:extLst>
              </p:cNvPr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4" name="Google Shape;4374;p31">
                <a:extLst>
                  <a:ext uri="{FF2B5EF4-FFF2-40B4-BE49-F238E27FC236}">
                    <a16:creationId xmlns:a16="http://schemas.microsoft.com/office/drawing/2014/main" id="{3DC6730F-2C27-8DBA-8334-B14607DDE435}"/>
                  </a:ext>
                </a:extLst>
              </p:cNvPr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5" name="Google Shape;4375;p31">
                <a:extLst>
                  <a:ext uri="{FF2B5EF4-FFF2-40B4-BE49-F238E27FC236}">
                    <a16:creationId xmlns:a16="http://schemas.microsoft.com/office/drawing/2014/main" id="{00A64B87-CA6D-29A6-7252-9A7ED53C15C3}"/>
                  </a:ext>
                </a:extLst>
              </p:cNvPr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6" name="Google Shape;4376;p31">
                <a:extLst>
                  <a:ext uri="{FF2B5EF4-FFF2-40B4-BE49-F238E27FC236}">
                    <a16:creationId xmlns:a16="http://schemas.microsoft.com/office/drawing/2014/main" id="{4E924173-FB15-D8BD-FA32-630AF3ADBBDB}"/>
                  </a:ext>
                </a:extLst>
              </p:cNvPr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7" name="Google Shape;4377;p31">
                <a:extLst>
                  <a:ext uri="{FF2B5EF4-FFF2-40B4-BE49-F238E27FC236}">
                    <a16:creationId xmlns:a16="http://schemas.microsoft.com/office/drawing/2014/main" id="{32D8EE86-B8F8-89B1-A460-3A3265B5FA2C}"/>
                  </a:ext>
                </a:extLst>
              </p:cNvPr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8" name="Google Shape;4378;p31">
              <a:extLst>
                <a:ext uri="{FF2B5EF4-FFF2-40B4-BE49-F238E27FC236}">
                  <a16:creationId xmlns:a16="http://schemas.microsoft.com/office/drawing/2014/main" id="{6BCF1D94-A60B-EF4E-9351-EDA66463CA02}"/>
                </a:ext>
              </a:extLst>
            </p:cNvPr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4379" name="Google Shape;4379;p31">
                <a:extLst>
                  <a:ext uri="{FF2B5EF4-FFF2-40B4-BE49-F238E27FC236}">
                    <a16:creationId xmlns:a16="http://schemas.microsoft.com/office/drawing/2014/main" id="{0CE1EBCB-A7B8-1996-F537-FDCF60D8515D}"/>
                  </a:ext>
                </a:extLst>
              </p:cNvPr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31">
                <a:extLst>
                  <a:ext uri="{FF2B5EF4-FFF2-40B4-BE49-F238E27FC236}">
                    <a16:creationId xmlns:a16="http://schemas.microsoft.com/office/drawing/2014/main" id="{A8AF4400-1499-6582-1F21-58817C95E864}"/>
                  </a:ext>
                </a:extLst>
              </p:cNvPr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1" name="Google Shape;4381;p31">
                <a:extLst>
                  <a:ext uri="{FF2B5EF4-FFF2-40B4-BE49-F238E27FC236}">
                    <a16:creationId xmlns:a16="http://schemas.microsoft.com/office/drawing/2014/main" id="{382EE377-5943-6A3F-7E99-1D2E2A98548D}"/>
                  </a:ext>
                </a:extLst>
              </p:cNvPr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2" name="Google Shape;4382;p31">
                <a:extLst>
                  <a:ext uri="{FF2B5EF4-FFF2-40B4-BE49-F238E27FC236}">
                    <a16:creationId xmlns:a16="http://schemas.microsoft.com/office/drawing/2014/main" id="{50D90ABF-F05D-7F9E-73AD-F7A96CE8EB80}"/>
                  </a:ext>
                </a:extLst>
              </p:cNvPr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3" name="Google Shape;4383;p31">
                <a:extLst>
                  <a:ext uri="{FF2B5EF4-FFF2-40B4-BE49-F238E27FC236}">
                    <a16:creationId xmlns:a16="http://schemas.microsoft.com/office/drawing/2014/main" id="{841D74E9-D94D-4A4B-EEC4-C75578614285}"/>
                  </a:ext>
                </a:extLst>
              </p:cNvPr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4" name="Google Shape;4384;p31">
                <a:extLst>
                  <a:ext uri="{FF2B5EF4-FFF2-40B4-BE49-F238E27FC236}">
                    <a16:creationId xmlns:a16="http://schemas.microsoft.com/office/drawing/2014/main" id="{4454661D-39B9-C48F-2C62-EC0723BD3F49}"/>
                  </a:ext>
                </a:extLst>
              </p:cNvPr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5" name="Google Shape;4385;p31">
                <a:extLst>
                  <a:ext uri="{FF2B5EF4-FFF2-40B4-BE49-F238E27FC236}">
                    <a16:creationId xmlns:a16="http://schemas.microsoft.com/office/drawing/2014/main" id="{E547922A-E210-127A-CE06-1FBEDFBB8D44}"/>
                  </a:ext>
                </a:extLst>
              </p:cNvPr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6" name="Google Shape;4386;p31">
                <a:extLst>
                  <a:ext uri="{FF2B5EF4-FFF2-40B4-BE49-F238E27FC236}">
                    <a16:creationId xmlns:a16="http://schemas.microsoft.com/office/drawing/2014/main" id="{969B0580-61DF-1B64-921B-1FDFCEE722F0}"/>
                  </a:ext>
                </a:extLst>
              </p:cNvPr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7" name="Google Shape;4387;p31">
                <a:extLst>
                  <a:ext uri="{FF2B5EF4-FFF2-40B4-BE49-F238E27FC236}">
                    <a16:creationId xmlns:a16="http://schemas.microsoft.com/office/drawing/2014/main" id="{41C5924B-41C0-FFDB-9B3A-D56FE05D9F46}"/>
                  </a:ext>
                </a:extLst>
              </p:cNvPr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8" name="Google Shape;4388;p31">
                <a:extLst>
                  <a:ext uri="{FF2B5EF4-FFF2-40B4-BE49-F238E27FC236}">
                    <a16:creationId xmlns:a16="http://schemas.microsoft.com/office/drawing/2014/main" id="{9A14F998-FDE4-32F5-BCFB-AAA67848E063}"/>
                  </a:ext>
                </a:extLst>
              </p:cNvPr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9" name="Google Shape;4389;p31">
                <a:extLst>
                  <a:ext uri="{FF2B5EF4-FFF2-40B4-BE49-F238E27FC236}">
                    <a16:creationId xmlns:a16="http://schemas.microsoft.com/office/drawing/2014/main" id="{C7AD3B85-AFD5-5E02-96E4-3C8E4F2BC7DC}"/>
                  </a:ext>
                </a:extLst>
              </p:cNvPr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0" name="Google Shape;4390;p31">
                <a:extLst>
                  <a:ext uri="{FF2B5EF4-FFF2-40B4-BE49-F238E27FC236}">
                    <a16:creationId xmlns:a16="http://schemas.microsoft.com/office/drawing/2014/main" id="{A132CE7C-BE66-BFEF-C61F-7A0F8FFD2B1D}"/>
                  </a:ext>
                </a:extLst>
              </p:cNvPr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1" name="Google Shape;4391;p31">
                <a:extLst>
                  <a:ext uri="{FF2B5EF4-FFF2-40B4-BE49-F238E27FC236}">
                    <a16:creationId xmlns:a16="http://schemas.microsoft.com/office/drawing/2014/main" id="{8D3B7464-BD6B-D62F-CDDB-695F9FA46BBE}"/>
                  </a:ext>
                </a:extLst>
              </p:cNvPr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2" name="Google Shape;4392;p31">
                <a:extLst>
                  <a:ext uri="{FF2B5EF4-FFF2-40B4-BE49-F238E27FC236}">
                    <a16:creationId xmlns:a16="http://schemas.microsoft.com/office/drawing/2014/main" id="{87C94D35-B2A5-699E-FF1D-460B48C7FAEA}"/>
                  </a:ext>
                </a:extLst>
              </p:cNvPr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3" name="Google Shape;4393;p31">
                <a:extLst>
                  <a:ext uri="{FF2B5EF4-FFF2-40B4-BE49-F238E27FC236}">
                    <a16:creationId xmlns:a16="http://schemas.microsoft.com/office/drawing/2014/main" id="{0190CD77-E32D-DDF9-F7EC-EC55FFA0B05A}"/>
                  </a:ext>
                </a:extLst>
              </p:cNvPr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4" name="Google Shape;4394;p31">
                <a:extLst>
                  <a:ext uri="{FF2B5EF4-FFF2-40B4-BE49-F238E27FC236}">
                    <a16:creationId xmlns:a16="http://schemas.microsoft.com/office/drawing/2014/main" id="{384B0F2B-D77E-5F0F-E313-5190760C7D19}"/>
                  </a:ext>
                </a:extLst>
              </p:cNvPr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5" name="Google Shape;4395;p31">
                <a:extLst>
                  <a:ext uri="{FF2B5EF4-FFF2-40B4-BE49-F238E27FC236}">
                    <a16:creationId xmlns:a16="http://schemas.microsoft.com/office/drawing/2014/main" id="{FAA1DFC2-0F5B-94EA-062B-2F9D0CFA3170}"/>
                  </a:ext>
                </a:extLst>
              </p:cNvPr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6" name="Google Shape;4396;p31">
                <a:extLst>
                  <a:ext uri="{FF2B5EF4-FFF2-40B4-BE49-F238E27FC236}">
                    <a16:creationId xmlns:a16="http://schemas.microsoft.com/office/drawing/2014/main" id="{EA649EB0-666E-D8E9-7C5A-0B8226998B46}"/>
                  </a:ext>
                </a:extLst>
              </p:cNvPr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7" name="Google Shape;4397;p31">
                <a:extLst>
                  <a:ext uri="{FF2B5EF4-FFF2-40B4-BE49-F238E27FC236}">
                    <a16:creationId xmlns:a16="http://schemas.microsoft.com/office/drawing/2014/main" id="{C59B71FF-B105-AAA0-571B-84D108EBB7F3}"/>
                  </a:ext>
                </a:extLst>
              </p:cNvPr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8" name="Google Shape;4398;p31">
                <a:extLst>
                  <a:ext uri="{FF2B5EF4-FFF2-40B4-BE49-F238E27FC236}">
                    <a16:creationId xmlns:a16="http://schemas.microsoft.com/office/drawing/2014/main" id="{9B8EF6A4-7162-8A7B-6E83-388CFD90229E}"/>
                  </a:ext>
                </a:extLst>
              </p:cNvPr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9" name="Google Shape;4399;p31">
                <a:extLst>
                  <a:ext uri="{FF2B5EF4-FFF2-40B4-BE49-F238E27FC236}">
                    <a16:creationId xmlns:a16="http://schemas.microsoft.com/office/drawing/2014/main" id="{92A688EA-6AC5-C636-0D46-340F56A21CA0}"/>
                  </a:ext>
                </a:extLst>
              </p:cNvPr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0" name="Google Shape;4400;p31">
                <a:extLst>
                  <a:ext uri="{FF2B5EF4-FFF2-40B4-BE49-F238E27FC236}">
                    <a16:creationId xmlns:a16="http://schemas.microsoft.com/office/drawing/2014/main" id="{8613FE42-C277-879D-E145-FC010D56EEDA}"/>
                  </a:ext>
                </a:extLst>
              </p:cNvPr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1" name="Google Shape;4401;p31">
                <a:extLst>
                  <a:ext uri="{FF2B5EF4-FFF2-40B4-BE49-F238E27FC236}">
                    <a16:creationId xmlns:a16="http://schemas.microsoft.com/office/drawing/2014/main" id="{54262A12-EFC4-A8D9-BF71-5A4A4D02C9DE}"/>
                  </a:ext>
                </a:extLst>
              </p:cNvPr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2" name="Google Shape;4402;p31">
                <a:extLst>
                  <a:ext uri="{FF2B5EF4-FFF2-40B4-BE49-F238E27FC236}">
                    <a16:creationId xmlns:a16="http://schemas.microsoft.com/office/drawing/2014/main" id="{7035B47A-C1AB-45B5-130A-C7A6A13C6EA2}"/>
                  </a:ext>
                </a:extLst>
              </p:cNvPr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3" name="Google Shape;4403;p31">
                <a:extLst>
                  <a:ext uri="{FF2B5EF4-FFF2-40B4-BE49-F238E27FC236}">
                    <a16:creationId xmlns:a16="http://schemas.microsoft.com/office/drawing/2014/main" id="{EC28735D-ADF3-01A6-43A1-B7649219B9A3}"/>
                  </a:ext>
                </a:extLst>
              </p:cNvPr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4" name="Google Shape;4404;p31">
                <a:extLst>
                  <a:ext uri="{FF2B5EF4-FFF2-40B4-BE49-F238E27FC236}">
                    <a16:creationId xmlns:a16="http://schemas.microsoft.com/office/drawing/2014/main" id="{4F8B3B01-A483-5C9F-CD0E-35B56725AB0F}"/>
                  </a:ext>
                </a:extLst>
              </p:cNvPr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5" name="Google Shape;4405;p31">
                <a:extLst>
                  <a:ext uri="{FF2B5EF4-FFF2-40B4-BE49-F238E27FC236}">
                    <a16:creationId xmlns:a16="http://schemas.microsoft.com/office/drawing/2014/main" id="{6FFAA76C-247D-DC8D-818C-67DD9F344552}"/>
                  </a:ext>
                </a:extLst>
              </p:cNvPr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6" name="Google Shape;4406;p31">
                <a:extLst>
                  <a:ext uri="{FF2B5EF4-FFF2-40B4-BE49-F238E27FC236}">
                    <a16:creationId xmlns:a16="http://schemas.microsoft.com/office/drawing/2014/main" id="{F51CE30E-0EE1-23BE-DDF1-1980958A6D2F}"/>
                  </a:ext>
                </a:extLst>
              </p:cNvPr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7" name="Google Shape;4407;p31">
                <a:extLst>
                  <a:ext uri="{FF2B5EF4-FFF2-40B4-BE49-F238E27FC236}">
                    <a16:creationId xmlns:a16="http://schemas.microsoft.com/office/drawing/2014/main" id="{465C9320-B740-AF3E-141C-C4D8F13C154F}"/>
                  </a:ext>
                </a:extLst>
              </p:cNvPr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8" name="Google Shape;4408;p31">
                <a:extLst>
                  <a:ext uri="{FF2B5EF4-FFF2-40B4-BE49-F238E27FC236}">
                    <a16:creationId xmlns:a16="http://schemas.microsoft.com/office/drawing/2014/main" id="{77D94406-7809-6746-2751-7F7E64FA5AAC}"/>
                  </a:ext>
                </a:extLst>
              </p:cNvPr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9" name="Google Shape;4409;p31">
                <a:extLst>
                  <a:ext uri="{FF2B5EF4-FFF2-40B4-BE49-F238E27FC236}">
                    <a16:creationId xmlns:a16="http://schemas.microsoft.com/office/drawing/2014/main" id="{07D875A6-C36A-CBE1-DDBE-E888E0B08CB0}"/>
                  </a:ext>
                </a:extLst>
              </p:cNvPr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0" name="Google Shape;4410;p31">
                <a:extLst>
                  <a:ext uri="{FF2B5EF4-FFF2-40B4-BE49-F238E27FC236}">
                    <a16:creationId xmlns:a16="http://schemas.microsoft.com/office/drawing/2014/main" id="{7FBBF01B-0E9E-BCD3-AB59-3D77799D9C19}"/>
                  </a:ext>
                </a:extLst>
              </p:cNvPr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1" name="Google Shape;4411;p31">
                <a:extLst>
                  <a:ext uri="{FF2B5EF4-FFF2-40B4-BE49-F238E27FC236}">
                    <a16:creationId xmlns:a16="http://schemas.microsoft.com/office/drawing/2014/main" id="{93B571A2-B935-8CBA-2942-BE33598CDEBB}"/>
                  </a:ext>
                </a:extLst>
              </p:cNvPr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31">
                <a:extLst>
                  <a:ext uri="{FF2B5EF4-FFF2-40B4-BE49-F238E27FC236}">
                    <a16:creationId xmlns:a16="http://schemas.microsoft.com/office/drawing/2014/main" id="{98989895-B502-FD81-34E3-FD65ED0FEC27}"/>
                  </a:ext>
                </a:extLst>
              </p:cNvPr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3" name="Google Shape;4413;p31">
                <a:extLst>
                  <a:ext uri="{FF2B5EF4-FFF2-40B4-BE49-F238E27FC236}">
                    <a16:creationId xmlns:a16="http://schemas.microsoft.com/office/drawing/2014/main" id="{B7F5DB76-6135-28A3-AF87-F02FEE4961A6}"/>
                  </a:ext>
                </a:extLst>
              </p:cNvPr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4" name="Google Shape;4414;p31">
                <a:extLst>
                  <a:ext uri="{FF2B5EF4-FFF2-40B4-BE49-F238E27FC236}">
                    <a16:creationId xmlns:a16="http://schemas.microsoft.com/office/drawing/2014/main" id="{9DB10A88-280C-9D83-3CB7-6AE74C0710A6}"/>
                  </a:ext>
                </a:extLst>
              </p:cNvPr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5" name="Google Shape;4415;p31">
                <a:extLst>
                  <a:ext uri="{FF2B5EF4-FFF2-40B4-BE49-F238E27FC236}">
                    <a16:creationId xmlns:a16="http://schemas.microsoft.com/office/drawing/2014/main" id="{554870CB-838F-EA8C-9547-B736ACA63D35}"/>
                  </a:ext>
                </a:extLst>
              </p:cNvPr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6" name="Google Shape;4416;p31">
                <a:extLst>
                  <a:ext uri="{FF2B5EF4-FFF2-40B4-BE49-F238E27FC236}">
                    <a16:creationId xmlns:a16="http://schemas.microsoft.com/office/drawing/2014/main" id="{0672FC32-D145-EF5D-C298-8B72933760B6}"/>
                  </a:ext>
                </a:extLst>
              </p:cNvPr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7" name="Google Shape;4417;p31">
                <a:extLst>
                  <a:ext uri="{FF2B5EF4-FFF2-40B4-BE49-F238E27FC236}">
                    <a16:creationId xmlns:a16="http://schemas.microsoft.com/office/drawing/2014/main" id="{412842A3-5FA3-3091-1273-E021A105BCDD}"/>
                  </a:ext>
                </a:extLst>
              </p:cNvPr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8" name="Google Shape;4418;p31">
                <a:extLst>
                  <a:ext uri="{FF2B5EF4-FFF2-40B4-BE49-F238E27FC236}">
                    <a16:creationId xmlns:a16="http://schemas.microsoft.com/office/drawing/2014/main" id="{58431066-634E-1080-1477-9419874C1823}"/>
                  </a:ext>
                </a:extLst>
              </p:cNvPr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9" name="Google Shape;4419;p31">
                <a:extLst>
                  <a:ext uri="{FF2B5EF4-FFF2-40B4-BE49-F238E27FC236}">
                    <a16:creationId xmlns:a16="http://schemas.microsoft.com/office/drawing/2014/main" id="{0DF95230-43A3-A361-F9DB-09ECB3B88F73}"/>
                  </a:ext>
                </a:extLst>
              </p:cNvPr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0" name="Google Shape;4420;p31">
                <a:extLst>
                  <a:ext uri="{FF2B5EF4-FFF2-40B4-BE49-F238E27FC236}">
                    <a16:creationId xmlns:a16="http://schemas.microsoft.com/office/drawing/2014/main" id="{2EE763DF-D684-DA5F-16AD-A7AC92969190}"/>
                  </a:ext>
                </a:extLst>
              </p:cNvPr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1" name="Google Shape;4421;p31">
                <a:extLst>
                  <a:ext uri="{FF2B5EF4-FFF2-40B4-BE49-F238E27FC236}">
                    <a16:creationId xmlns:a16="http://schemas.microsoft.com/office/drawing/2014/main" id="{AAAC701C-AF10-FD60-E942-1587EF7F66D4}"/>
                  </a:ext>
                </a:extLst>
              </p:cNvPr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2" name="Google Shape;4422;p31">
                <a:extLst>
                  <a:ext uri="{FF2B5EF4-FFF2-40B4-BE49-F238E27FC236}">
                    <a16:creationId xmlns:a16="http://schemas.microsoft.com/office/drawing/2014/main" id="{7095F513-8F26-3A31-8873-612A930EDB86}"/>
                  </a:ext>
                </a:extLst>
              </p:cNvPr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3" name="Google Shape;4423;p31">
                <a:extLst>
                  <a:ext uri="{FF2B5EF4-FFF2-40B4-BE49-F238E27FC236}">
                    <a16:creationId xmlns:a16="http://schemas.microsoft.com/office/drawing/2014/main" id="{7DC0C64A-70B2-93CF-118B-5DDAD2CA984D}"/>
                  </a:ext>
                </a:extLst>
              </p:cNvPr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4" name="Google Shape;4424;p31">
                <a:extLst>
                  <a:ext uri="{FF2B5EF4-FFF2-40B4-BE49-F238E27FC236}">
                    <a16:creationId xmlns:a16="http://schemas.microsoft.com/office/drawing/2014/main" id="{FD61312B-B17B-8865-2969-0EB27F9D347D}"/>
                  </a:ext>
                </a:extLst>
              </p:cNvPr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5" name="Google Shape;4425;p31">
                <a:extLst>
                  <a:ext uri="{FF2B5EF4-FFF2-40B4-BE49-F238E27FC236}">
                    <a16:creationId xmlns:a16="http://schemas.microsoft.com/office/drawing/2014/main" id="{A0B5EF63-9FD0-B31E-628E-FB58D5C7D2F7}"/>
                  </a:ext>
                </a:extLst>
              </p:cNvPr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6" name="Google Shape;4426;p31">
                <a:extLst>
                  <a:ext uri="{FF2B5EF4-FFF2-40B4-BE49-F238E27FC236}">
                    <a16:creationId xmlns:a16="http://schemas.microsoft.com/office/drawing/2014/main" id="{AC7A4BF6-B8CF-4A96-6223-08A74B0D36B4}"/>
                  </a:ext>
                </a:extLst>
              </p:cNvPr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31">
                <a:extLst>
                  <a:ext uri="{FF2B5EF4-FFF2-40B4-BE49-F238E27FC236}">
                    <a16:creationId xmlns:a16="http://schemas.microsoft.com/office/drawing/2014/main" id="{F7F55256-72A8-78E6-EF82-E3B46711715A}"/>
                  </a:ext>
                </a:extLst>
              </p:cNvPr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8" name="Google Shape;4428;p31">
              <a:extLst>
                <a:ext uri="{FF2B5EF4-FFF2-40B4-BE49-F238E27FC236}">
                  <a16:creationId xmlns:a16="http://schemas.microsoft.com/office/drawing/2014/main" id="{F855736B-987C-6CBF-5D17-B2ACE0F7DF23}"/>
                </a:ext>
              </a:extLst>
            </p:cNvPr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4429" name="Google Shape;4429;p31">
                <a:extLst>
                  <a:ext uri="{FF2B5EF4-FFF2-40B4-BE49-F238E27FC236}">
                    <a16:creationId xmlns:a16="http://schemas.microsoft.com/office/drawing/2014/main" id="{10330214-B48B-93CE-C181-ED062912546B}"/>
                  </a:ext>
                </a:extLst>
              </p:cNvPr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0" name="Google Shape;4430;p31">
                <a:extLst>
                  <a:ext uri="{FF2B5EF4-FFF2-40B4-BE49-F238E27FC236}">
                    <a16:creationId xmlns:a16="http://schemas.microsoft.com/office/drawing/2014/main" id="{127027B9-136B-3F58-562F-ECDEC7448C56}"/>
                  </a:ext>
                </a:extLst>
              </p:cNvPr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1" name="Google Shape;4431;p31">
                <a:extLst>
                  <a:ext uri="{FF2B5EF4-FFF2-40B4-BE49-F238E27FC236}">
                    <a16:creationId xmlns:a16="http://schemas.microsoft.com/office/drawing/2014/main" id="{CAA56F8E-73DE-9E3A-B48F-0BDCDB1665CE}"/>
                  </a:ext>
                </a:extLst>
              </p:cNvPr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2" name="Google Shape;4432;p31">
                <a:extLst>
                  <a:ext uri="{FF2B5EF4-FFF2-40B4-BE49-F238E27FC236}">
                    <a16:creationId xmlns:a16="http://schemas.microsoft.com/office/drawing/2014/main" id="{7FAA8F06-F156-5DDF-45F1-85D08884B808}"/>
                  </a:ext>
                </a:extLst>
              </p:cNvPr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3" name="Google Shape;4433;p31">
                <a:extLst>
                  <a:ext uri="{FF2B5EF4-FFF2-40B4-BE49-F238E27FC236}">
                    <a16:creationId xmlns:a16="http://schemas.microsoft.com/office/drawing/2014/main" id="{7F9283BD-49A6-887A-0477-8713C16CC8EC}"/>
                  </a:ext>
                </a:extLst>
              </p:cNvPr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4" name="Google Shape;4434;p31">
                <a:extLst>
                  <a:ext uri="{FF2B5EF4-FFF2-40B4-BE49-F238E27FC236}">
                    <a16:creationId xmlns:a16="http://schemas.microsoft.com/office/drawing/2014/main" id="{0A59D80E-94DC-2316-9B44-C95CF79F5F5F}"/>
                  </a:ext>
                </a:extLst>
              </p:cNvPr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5" name="Google Shape;4435;p31">
                <a:extLst>
                  <a:ext uri="{FF2B5EF4-FFF2-40B4-BE49-F238E27FC236}">
                    <a16:creationId xmlns:a16="http://schemas.microsoft.com/office/drawing/2014/main" id="{62856BBA-BBB7-C119-64D8-4FF6C9782156}"/>
                  </a:ext>
                </a:extLst>
              </p:cNvPr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6" name="Google Shape;4436;p31">
                <a:extLst>
                  <a:ext uri="{FF2B5EF4-FFF2-40B4-BE49-F238E27FC236}">
                    <a16:creationId xmlns:a16="http://schemas.microsoft.com/office/drawing/2014/main" id="{7F5A1748-30E0-E7CB-B241-79C81966B085}"/>
                  </a:ext>
                </a:extLst>
              </p:cNvPr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7" name="Google Shape;4437;p31">
                <a:extLst>
                  <a:ext uri="{FF2B5EF4-FFF2-40B4-BE49-F238E27FC236}">
                    <a16:creationId xmlns:a16="http://schemas.microsoft.com/office/drawing/2014/main" id="{95C02D43-3FE4-F10C-1B64-392ED8C02EC8}"/>
                  </a:ext>
                </a:extLst>
              </p:cNvPr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8" name="Google Shape;4438;p31">
                <a:extLst>
                  <a:ext uri="{FF2B5EF4-FFF2-40B4-BE49-F238E27FC236}">
                    <a16:creationId xmlns:a16="http://schemas.microsoft.com/office/drawing/2014/main" id="{D7494865-E7D4-DEA4-5D34-DF04D5B374B9}"/>
                  </a:ext>
                </a:extLst>
              </p:cNvPr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9" name="Google Shape;4439;p31">
                <a:extLst>
                  <a:ext uri="{FF2B5EF4-FFF2-40B4-BE49-F238E27FC236}">
                    <a16:creationId xmlns:a16="http://schemas.microsoft.com/office/drawing/2014/main" id="{B4A96527-0381-E7AA-A93D-AF835AFE5F9B}"/>
                  </a:ext>
                </a:extLst>
              </p:cNvPr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0" name="Google Shape;4440;p31">
                <a:extLst>
                  <a:ext uri="{FF2B5EF4-FFF2-40B4-BE49-F238E27FC236}">
                    <a16:creationId xmlns:a16="http://schemas.microsoft.com/office/drawing/2014/main" id="{CD460740-C129-8500-D73B-66BF3BDC287E}"/>
                  </a:ext>
                </a:extLst>
              </p:cNvPr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1" name="Google Shape;4441;p31">
                <a:extLst>
                  <a:ext uri="{FF2B5EF4-FFF2-40B4-BE49-F238E27FC236}">
                    <a16:creationId xmlns:a16="http://schemas.microsoft.com/office/drawing/2014/main" id="{9CB7703F-AF2B-CD1B-634C-59105EE28A8B}"/>
                  </a:ext>
                </a:extLst>
              </p:cNvPr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2" name="Google Shape;4442;p31">
                <a:extLst>
                  <a:ext uri="{FF2B5EF4-FFF2-40B4-BE49-F238E27FC236}">
                    <a16:creationId xmlns:a16="http://schemas.microsoft.com/office/drawing/2014/main" id="{D160A96E-7BD4-1F21-3095-3A7D6EBAFCF8}"/>
                  </a:ext>
                </a:extLst>
              </p:cNvPr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3" name="Google Shape;4443;p31">
                <a:extLst>
                  <a:ext uri="{FF2B5EF4-FFF2-40B4-BE49-F238E27FC236}">
                    <a16:creationId xmlns:a16="http://schemas.microsoft.com/office/drawing/2014/main" id="{DC30F805-A7F2-AE2B-D4A3-7282EC05CE13}"/>
                  </a:ext>
                </a:extLst>
              </p:cNvPr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4" name="Google Shape;4444;p31">
                <a:extLst>
                  <a:ext uri="{FF2B5EF4-FFF2-40B4-BE49-F238E27FC236}">
                    <a16:creationId xmlns:a16="http://schemas.microsoft.com/office/drawing/2014/main" id="{81093415-6A40-A77C-A359-1883E4C758AB}"/>
                  </a:ext>
                </a:extLst>
              </p:cNvPr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5" name="Google Shape;4445;p31">
                <a:extLst>
                  <a:ext uri="{FF2B5EF4-FFF2-40B4-BE49-F238E27FC236}">
                    <a16:creationId xmlns:a16="http://schemas.microsoft.com/office/drawing/2014/main" id="{B33E57C4-C08B-0F3D-FB2C-F3E96A1C9A58}"/>
                  </a:ext>
                </a:extLst>
              </p:cNvPr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6" name="Google Shape;4446;p31">
                <a:extLst>
                  <a:ext uri="{FF2B5EF4-FFF2-40B4-BE49-F238E27FC236}">
                    <a16:creationId xmlns:a16="http://schemas.microsoft.com/office/drawing/2014/main" id="{8978A978-251D-B6F5-58C7-7D30361EAF44}"/>
                  </a:ext>
                </a:extLst>
              </p:cNvPr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31">
                <a:extLst>
                  <a:ext uri="{FF2B5EF4-FFF2-40B4-BE49-F238E27FC236}">
                    <a16:creationId xmlns:a16="http://schemas.microsoft.com/office/drawing/2014/main" id="{CD03D556-F113-802A-3445-4C2E6EAC24BD}"/>
                  </a:ext>
                </a:extLst>
              </p:cNvPr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8" name="Google Shape;4448;p31">
                <a:extLst>
                  <a:ext uri="{FF2B5EF4-FFF2-40B4-BE49-F238E27FC236}">
                    <a16:creationId xmlns:a16="http://schemas.microsoft.com/office/drawing/2014/main" id="{2A42C3CE-25D3-4917-0E80-3A1444A30AEF}"/>
                  </a:ext>
                </a:extLst>
              </p:cNvPr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9" name="Google Shape;4449;p31">
                <a:extLst>
                  <a:ext uri="{FF2B5EF4-FFF2-40B4-BE49-F238E27FC236}">
                    <a16:creationId xmlns:a16="http://schemas.microsoft.com/office/drawing/2014/main" id="{91D56A1F-F98C-BC3B-98BB-C42CFDD80E71}"/>
                  </a:ext>
                </a:extLst>
              </p:cNvPr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0" name="Google Shape;4450;p31">
                <a:extLst>
                  <a:ext uri="{FF2B5EF4-FFF2-40B4-BE49-F238E27FC236}">
                    <a16:creationId xmlns:a16="http://schemas.microsoft.com/office/drawing/2014/main" id="{23DC0129-2526-91DE-D1C9-ABEBFE4824C4}"/>
                  </a:ext>
                </a:extLst>
              </p:cNvPr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1" name="Google Shape;4451;p31">
                <a:extLst>
                  <a:ext uri="{FF2B5EF4-FFF2-40B4-BE49-F238E27FC236}">
                    <a16:creationId xmlns:a16="http://schemas.microsoft.com/office/drawing/2014/main" id="{9C21FE3B-47B3-4FA9-2477-1A178ACA4BC7}"/>
                  </a:ext>
                </a:extLst>
              </p:cNvPr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2" name="Google Shape;4452;p31">
                <a:extLst>
                  <a:ext uri="{FF2B5EF4-FFF2-40B4-BE49-F238E27FC236}">
                    <a16:creationId xmlns:a16="http://schemas.microsoft.com/office/drawing/2014/main" id="{2FB6C298-B8E6-AD4E-CAC7-78385A53EFB4}"/>
                  </a:ext>
                </a:extLst>
              </p:cNvPr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3" name="Google Shape;4453;p31">
                <a:extLst>
                  <a:ext uri="{FF2B5EF4-FFF2-40B4-BE49-F238E27FC236}">
                    <a16:creationId xmlns:a16="http://schemas.microsoft.com/office/drawing/2014/main" id="{36FED1D2-64BA-69CC-8371-EC4ADF70AE0C}"/>
                  </a:ext>
                </a:extLst>
              </p:cNvPr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4" name="Google Shape;4454;p31">
                <a:extLst>
                  <a:ext uri="{FF2B5EF4-FFF2-40B4-BE49-F238E27FC236}">
                    <a16:creationId xmlns:a16="http://schemas.microsoft.com/office/drawing/2014/main" id="{F80430F3-4AE6-5D1B-C47E-481BD91B84CA}"/>
                  </a:ext>
                </a:extLst>
              </p:cNvPr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5" name="Google Shape;4455;p31">
                <a:extLst>
                  <a:ext uri="{FF2B5EF4-FFF2-40B4-BE49-F238E27FC236}">
                    <a16:creationId xmlns:a16="http://schemas.microsoft.com/office/drawing/2014/main" id="{C68D4BC9-E7CA-753E-C45E-BF0EFB441687}"/>
                  </a:ext>
                </a:extLst>
              </p:cNvPr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6" name="Google Shape;4456;p31">
                <a:extLst>
                  <a:ext uri="{FF2B5EF4-FFF2-40B4-BE49-F238E27FC236}">
                    <a16:creationId xmlns:a16="http://schemas.microsoft.com/office/drawing/2014/main" id="{357D0EF5-F6B5-FB0D-33EA-4A6AFBA04EB1}"/>
                  </a:ext>
                </a:extLst>
              </p:cNvPr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7" name="Google Shape;4457;p31">
                <a:extLst>
                  <a:ext uri="{FF2B5EF4-FFF2-40B4-BE49-F238E27FC236}">
                    <a16:creationId xmlns:a16="http://schemas.microsoft.com/office/drawing/2014/main" id="{9DB7037D-56E6-81EE-F042-AD8C87EC2DE8}"/>
                  </a:ext>
                </a:extLst>
              </p:cNvPr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8" name="Google Shape;4458;p31">
                <a:extLst>
                  <a:ext uri="{FF2B5EF4-FFF2-40B4-BE49-F238E27FC236}">
                    <a16:creationId xmlns:a16="http://schemas.microsoft.com/office/drawing/2014/main" id="{3E53FC18-633F-99A9-3C62-6EDE43993D33}"/>
                  </a:ext>
                </a:extLst>
              </p:cNvPr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9" name="Google Shape;4459;p31">
                <a:extLst>
                  <a:ext uri="{FF2B5EF4-FFF2-40B4-BE49-F238E27FC236}">
                    <a16:creationId xmlns:a16="http://schemas.microsoft.com/office/drawing/2014/main" id="{6E615A3C-7DF1-43F1-7D62-E4F49CE86B8A}"/>
                  </a:ext>
                </a:extLst>
              </p:cNvPr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0" name="Google Shape;4460;p31">
                <a:extLst>
                  <a:ext uri="{FF2B5EF4-FFF2-40B4-BE49-F238E27FC236}">
                    <a16:creationId xmlns:a16="http://schemas.microsoft.com/office/drawing/2014/main" id="{1CFACF4F-09D8-E574-46E2-2A77A2DE7F9F}"/>
                  </a:ext>
                </a:extLst>
              </p:cNvPr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1" name="Google Shape;4461;p31">
                <a:extLst>
                  <a:ext uri="{FF2B5EF4-FFF2-40B4-BE49-F238E27FC236}">
                    <a16:creationId xmlns:a16="http://schemas.microsoft.com/office/drawing/2014/main" id="{B9896280-CD92-E89A-11B0-75A790229548}"/>
                  </a:ext>
                </a:extLst>
              </p:cNvPr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2" name="Google Shape;4462;p31">
                <a:extLst>
                  <a:ext uri="{FF2B5EF4-FFF2-40B4-BE49-F238E27FC236}">
                    <a16:creationId xmlns:a16="http://schemas.microsoft.com/office/drawing/2014/main" id="{57EAB5CC-E2D9-A228-C508-95C897C574B0}"/>
                  </a:ext>
                </a:extLst>
              </p:cNvPr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3" name="Google Shape;4463;p31">
                <a:extLst>
                  <a:ext uri="{FF2B5EF4-FFF2-40B4-BE49-F238E27FC236}">
                    <a16:creationId xmlns:a16="http://schemas.microsoft.com/office/drawing/2014/main" id="{B6A026E2-9F92-0D68-63B3-C4FF73DEC90E}"/>
                  </a:ext>
                </a:extLst>
              </p:cNvPr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4" name="Google Shape;4464;p31">
                <a:extLst>
                  <a:ext uri="{FF2B5EF4-FFF2-40B4-BE49-F238E27FC236}">
                    <a16:creationId xmlns:a16="http://schemas.microsoft.com/office/drawing/2014/main" id="{56A9C219-1058-0B2D-3C1A-B74DE15C7171}"/>
                  </a:ext>
                </a:extLst>
              </p:cNvPr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5" name="Google Shape;4465;p31">
                <a:extLst>
                  <a:ext uri="{FF2B5EF4-FFF2-40B4-BE49-F238E27FC236}">
                    <a16:creationId xmlns:a16="http://schemas.microsoft.com/office/drawing/2014/main" id="{1632F220-2DA6-C851-D862-EEF6EAB16312}"/>
                  </a:ext>
                </a:extLst>
              </p:cNvPr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6" name="Google Shape;4466;p31">
                <a:extLst>
                  <a:ext uri="{FF2B5EF4-FFF2-40B4-BE49-F238E27FC236}">
                    <a16:creationId xmlns:a16="http://schemas.microsoft.com/office/drawing/2014/main" id="{A69C61FF-4585-08DE-CFE3-FE1F76A7F38F}"/>
                  </a:ext>
                </a:extLst>
              </p:cNvPr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7" name="Google Shape;4467;p31">
                <a:extLst>
                  <a:ext uri="{FF2B5EF4-FFF2-40B4-BE49-F238E27FC236}">
                    <a16:creationId xmlns:a16="http://schemas.microsoft.com/office/drawing/2014/main" id="{EC8F453E-5AE8-51CE-D88F-38365400777D}"/>
                  </a:ext>
                </a:extLst>
              </p:cNvPr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8" name="Google Shape;4468;p31">
                <a:extLst>
                  <a:ext uri="{FF2B5EF4-FFF2-40B4-BE49-F238E27FC236}">
                    <a16:creationId xmlns:a16="http://schemas.microsoft.com/office/drawing/2014/main" id="{765558A5-A76B-ED40-ADD9-B511180C5E6D}"/>
                  </a:ext>
                </a:extLst>
              </p:cNvPr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9" name="Google Shape;4469;p31">
                <a:extLst>
                  <a:ext uri="{FF2B5EF4-FFF2-40B4-BE49-F238E27FC236}">
                    <a16:creationId xmlns:a16="http://schemas.microsoft.com/office/drawing/2014/main" id="{6EBDB200-F5FC-6AE4-A7E1-5CA79FE0DB7C}"/>
                  </a:ext>
                </a:extLst>
              </p:cNvPr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0" name="Google Shape;4470;p31">
                <a:extLst>
                  <a:ext uri="{FF2B5EF4-FFF2-40B4-BE49-F238E27FC236}">
                    <a16:creationId xmlns:a16="http://schemas.microsoft.com/office/drawing/2014/main" id="{BE757AFC-FC97-BF3C-9C09-4B22B7C8A97A}"/>
                  </a:ext>
                </a:extLst>
              </p:cNvPr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1" name="Google Shape;4471;p31">
                <a:extLst>
                  <a:ext uri="{FF2B5EF4-FFF2-40B4-BE49-F238E27FC236}">
                    <a16:creationId xmlns:a16="http://schemas.microsoft.com/office/drawing/2014/main" id="{0E91F3F2-6B7D-CC76-9291-AAD86F573DE3}"/>
                  </a:ext>
                </a:extLst>
              </p:cNvPr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2" name="Google Shape;4472;p31">
                <a:extLst>
                  <a:ext uri="{FF2B5EF4-FFF2-40B4-BE49-F238E27FC236}">
                    <a16:creationId xmlns:a16="http://schemas.microsoft.com/office/drawing/2014/main" id="{A67A43B1-E2FA-3206-CF9D-D38CCD77796B}"/>
                  </a:ext>
                </a:extLst>
              </p:cNvPr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3" name="Google Shape;4473;p31">
                <a:extLst>
                  <a:ext uri="{FF2B5EF4-FFF2-40B4-BE49-F238E27FC236}">
                    <a16:creationId xmlns:a16="http://schemas.microsoft.com/office/drawing/2014/main" id="{7E00D6B0-B97F-CC74-3271-E2C39DEA8618}"/>
                  </a:ext>
                </a:extLst>
              </p:cNvPr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4" name="Google Shape;4474;p31">
                <a:extLst>
                  <a:ext uri="{FF2B5EF4-FFF2-40B4-BE49-F238E27FC236}">
                    <a16:creationId xmlns:a16="http://schemas.microsoft.com/office/drawing/2014/main" id="{FEDE5D1B-11F4-5669-75C0-EE980D3627F0}"/>
                  </a:ext>
                </a:extLst>
              </p:cNvPr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5" name="Google Shape;4475;p31">
                <a:extLst>
                  <a:ext uri="{FF2B5EF4-FFF2-40B4-BE49-F238E27FC236}">
                    <a16:creationId xmlns:a16="http://schemas.microsoft.com/office/drawing/2014/main" id="{FC80FED0-AE5A-3474-9DA1-116C1648BB52}"/>
                  </a:ext>
                </a:extLst>
              </p:cNvPr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6" name="Google Shape;4476;p31">
              <a:extLst>
                <a:ext uri="{FF2B5EF4-FFF2-40B4-BE49-F238E27FC236}">
                  <a16:creationId xmlns:a16="http://schemas.microsoft.com/office/drawing/2014/main" id="{8B73155B-74EA-5BF6-C8DB-963E01A0A794}"/>
                </a:ext>
              </a:extLst>
            </p:cNvPr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4477" name="Google Shape;4477;p31">
                <a:extLst>
                  <a:ext uri="{FF2B5EF4-FFF2-40B4-BE49-F238E27FC236}">
                    <a16:creationId xmlns:a16="http://schemas.microsoft.com/office/drawing/2014/main" id="{A948A89B-C78F-37DC-2C57-3F5995F7B631}"/>
                  </a:ext>
                </a:extLst>
              </p:cNvPr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8" name="Google Shape;4478;p31">
                <a:extLst>
                  <a:ext uri="{FF2B5EF4-FFF2-40B4-BE49-F238E27FC236}">
                    <a16:creationId xmlns:a16="http://schemas.microsoft.com/office/drawing/2014/main" id="{81DA9001-BA48-1EC3-AE0C-02BFD48F2042}"/>
                  </a:ext>
                </a:extLst>
              </p:cNvPr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9" name="Google Shape;4479;p31">
                <a:extLst>
                  <a:ext uri="{FF2B5EF4-FFF2-40B4-BE49-F238E27FC236}">
                    <a16:creationId xmlns:a16="http://schemas.microsoft.com/office/drawing/2014/main" id="{F9E76E86-CB14-1DF1-FB96-ACC7B0132A1E}"/>
                  </a:ext>
                </a:extLst>
              </p:cNvPr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0" name="Google Shape;4480;p31">
                <a:extLst>
                  <a:ext uri="{FF2B5EF4-FFF2-40B4-BE49-F238E27FC236}">
                    <a16:creationId xmlns:a16="http://schemas.microsoft.com/office/drawing/2014/main" id="{2C74D094-026C-F8C3-32F9-CC9881DFDEBE}"/>
                  </a:ext>
                </a:extLst>
              </p:cNvPr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1" name="Google Shape;4481;p31">
                <a:extLst>
                  <a:ext uri="{FF2B5EF4-FFF2-40B4-BE49-F238E27FC236}">
                    <a16:creationId xmlns:a16="http://schemas.microsoft.com/office/drawing/2014/main" id="{74C97C9C-E325-A734-648F-DB4B4285AD87}"/>
                  </a:ext>
                </a:extLst>
              </p:cNvPr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2" name="Google Shape;4482;p31">
                <a:extLst>
                  <a:ext uri="{FF2B5EF4-FFF2-40B4-BE49-F238E27FC236}">
                    <a16:creationId xmlns:a16="http://schemas.microsoft.com/office/drawing/2014/main" id="{DC63CDE9-2502-0951-38D8-AADECD4EAC58}"/>
                  </a:ext>
                </a:extLst>
              </p:cNvPr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3" name="Google Shape;4483;p31">
                <a:extLst>
                  <a:ext uri="{FF2B5EF4-FFF2-40B4-BE49-F238E27FC236}">
                    <a16:creationId xmlns:a16="http://schemas.microsoft.com/office/drawing/2014/main" id="{91558591-BD81-8F8D-CA44-A6732C288B08}"/>
                  </a:ext>
                </a:extLst>
              </p:cNvPr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4" name="Google Shape;4484;p31">
                <a:extLst>
                  <a:ext uri="{FF2B5EF4-FFF2-40B4-BE49-F238E27FC236}">
                    <a16:creationId xmlns:a16="http://schemas.microsoft.com/office/drawing/2014/main" id="{3F64E135-BDD2-71B0-28ED-E3BE18EBAFDC}"/>
                  </a:ext>
                </a:extLst>
              </p:cNvPr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5" name="Google Shape;4485;p31">
                <a:extLst>
                  <a:ext uri="{FF2B5EF4-FFF2-40B4-BE49-F238E27FC236}">
                    <a16:creationId xmlns:a16="http://schemas.microsoft.com/office/drawing/2014/main" id="{C979F5E3-33FF-79BA-459A-34390EB65FC0}"/>
                  </a:ext>
                </a:extLst>
              </p:cNvPr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6" name="Google Shape;4486;p31">
                <a:extLst>
                  <a:ext uri="{FF2B5EF4-FFF2-40B4-BE49-F238E27FC236}">
                    <a16:creationId xmlns:a16="http://schemas.microsoft.com/office/drawing/2014/main" id="{493B84A5-1F81-1913-801C-9A40CD0B0B95}"/>
                  </a:ext>
                </a:extLst>
              </p:cNvPr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7" name="Google Shape;4487;p31">
                <a:extLst>
                  <a:ext uri="{FF2B5EF4-FFF2-40B4-BE49-F238E27FC236}">
                    <a16:creationId xmlns:a16="http://schemas.microsoft.com/office/drawing/2014/main" id="{67E7ECF4-B8E1-74F0-3455-214E7BC1C561}"/>
                  </a:ext>
                </a:extLst>
              </p:cNvPr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31">
                <a:extLst>
                  <a:ext uri="{FF2B5EF4-FFF2-40B4-BE49-F238E27FC236}">
                    <a16:creationId xmlns:a16="http://schemas.microsoft.com/office/drawing/2014/main" id="{7C7EF9D2-D1EA-89FC-22CC-40805FDCC993}"/>
                  </a:ext>
                </a:extLst>
              </p:cNvPr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9" name="Google Shape;4489;p31">
                <a:extLst>
                  <a:ext uri="{FF2B5EF4-FFF2-40B4-BE49-F238E27FC236}">
                    <a16:creationId xmlns:a16="http://schemas.microsoft.com/office/drawing/2014/main" id="{C1624992-720C-182A-311A-9622CB57EB01}"/>
                  </a:ext>
                </a:extLst>
              </p:cNvPr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0" name="Google Shape;4490;p31">
                <a:extLst>
                  <a:ext uri="{FF2B5EF4-FFF2-40B4-BE49-F238E27FC236}">
                    <a16:creationId xmlns:a16="http://schemas.microsoft.com/office/drawing/2014/main" id="{2D7BEA2D-B3EE-F833-0635-D8DD044DD0A7}"/>
                  </a:ext>
                </a:extLst>
              </p:cNvPr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1" name="Google Shape;4491;p31">
                <a:extLst>
                  <a:ext uri="{FF2B5EF4-FFF2-40B4-BE49-F238E27FC236}">
                    <a16:creationId xmlns:a16="http://schemas.microsoft.com/office/drawing/2014/main" id="{29B0918E-AC99-3F9E-71DC-BC77148C7E25}"/>
                  </a:ext>
                </a:extLst>
              </p:cNvPr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2" name="Google Shape;4492;p31">
                <a:extLst>
                  <a:ext uri="{FF2B5EF4-FFF2-40B4-BE49-F238E27FC236}">
                    <a16:creationId xmlns:a16="http://schemas.microsoft.com/office/drawing/2014/main" id="{5DFBBC86-DC35-8B51-ECBD-D12B1239D904}"/>
                  </a:ext>
                </a:extLst>
              </p:cNvPr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3" name="Google Shape;4493;p31">
                <a:extLst>
                  <a:ext uri="{FF2B5EF4-FFF2-40B4-BE49-F238E27FC236}">
                    <a16:creationId xmlns:a16="http://schemas.microsoft.com/office/drawing/2014/main" id="{54C3E383-F07E-C5DF-745C-83C7AB612724}"/>
                  </a:ext>
                </a:extLst>
              </p:cNvPr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4" name="Google Shape;4494;p31">
                <a:extLst>
                  <a:ext uri="{FF2B5EF4-FFF2-40B4-BE49-F238E27FC236}">
                    <a16:creationId xmlns:a16="http://schemas.microsoft.com/office/drawing/2014/main" id="{FC5972A5-F091-5DE7-9076-51E9A68BC2EB}"/>
                  </a:ext>
                </a:extLst>
              </p:cNvPr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5" name="Google Shape;4495;p31">
                <a:extLst>
                  <a:ext uri="{FF2B5EF4-FFF2-40B4-BE49-F238E27FC236}">
                    <a16:creationId xmlns:a16="http://schemas.microsoft.com/office/drawing/2014/main" id="{11EE4C39-5575-F34E-DE84-7C6337C33B18}"/>
                  </a:ext>
                </a:extLst>
              </p:cNvPr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6" name="Google Shape;4496;p31">
                <a:extLst>
                  <a:ext uri="{FF2B5EF4-FFF2-40B4-BE49-F238E27FC236}">
                    <a16:creationId xmlns:a16="http://schemas.microsoft.com/office/drawing/2014/main" id="{A7DED729-9B59-43E5-8D85-CEC31B6AAB30}"/>
                  </a:ext>
                </a:extLst>
              </p:cNvPr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7" name="Google Shape;4497;p31">
                <a:extLst>
                  <a:ext uri="{FF2B5EF4-FFF2-40B4-BE49-F238E27FC236}">
                    <a16:creationId xmlns:a16="http://schemas.microsoft.com/office/drawing/2014/main" id="{A8E66586-4FB0-0CE7-2C27-5C6CE1BA5F25}"/>
                  </a:ext>
                </a:extLst>
              </p:cNvPr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8" name="Google Shape;4498;p31">
                <a:extLst>
                  <a:ext uri="{FF2B5EF4-FFF2-40B4-BE49-F238E27FC236}">
                    <a16:creationId xmlns:a16="http://schemas.microsoft.com/office/drawing/2014/main" id="{FD057A44-3BE6-1D64-796B-88A21EB75B0A}"/>
                  </a:ext>
                </a:extLst>
              </p:cNvPr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9" name="Google Shape;4499;p31">
                <a:extLst>
                  <a:ext uri="{FF2B5EF4-FFF2-40B4-BE49-F238E27FC236}">
                    <a16:creationId xmlns:a16="http://schemas.microsoft.com/office/drawing/2014/main" id="{678F3A03-C4B0-83AD-3587-EF5A7DBED9FD}"/>
                  </a:ext>
                </a:extLst>
              </p:cNvPr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0" name="Google Shape;4500;p31">
                <a:extLst>
                  <a:ext uri="{FF2B5EF4-FFF2-40B4-BE49-F238E27FC236}">
                    <a16:creationId xmlns:a16="http://schemas.microsoft.com/office/drawing/2014/main" id="{02EB83F6-C926-89C5-A362-20D176AC6032}"/>
                  </a:ext>
                </a:extLst>
              </p:cNvPr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1" name="Google Shape;4501;p31">
                <a:extLst>
                  <a:ext uri="{FF2B5EF4-FFF2-40B4-BE49-F238E27FC236}">
                    <a16:creationId xmlns:a16="http://schemas.microsoft.com/office/drawing/2014/main" id="{597666AF-4208-C567-13E9-903239454239}"/>
                  </a:ext>
                </a:extLst>
              </p:cNvPr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2" name="Google Shape;4502;p31">
                <a:extLst>
                  <a:ext uri="{FF2B5EF4-FFF2-40B4-BE49-F238E27FC236}">
                    <a16:creationId xmlns:a16="http://schemas.microsoft.com/office/drawing/2014/main" id="{003C4645-8EBB-FE59-F432-32278BDCDB89}"/>
                  </a:ext>
                </a:extLst>
              </p:cNvPr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3" name="Google Shape;4503;p31">
                <a:extLst>
                  <a:ext uri="{FF2B5EF4-FFF2-40B4-BE49-F238E27FC236}">
                    <a16:creationId xmlns:a16="http://schemas.microsoft.com/office/drawing/2014/main" id="{B35D2944-3AFA-3303-DCDE-16164C85101F}"/>
                  </a:ext>
                </a:extLst>
              </p:cNvPr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4" name="Google Shape;4504;p31">
                <a:extLst>
                  <a:ext uri="{FF2B5EF4-FFF2-40B4-BE49-F238E27FC236}">
                    <a16:creationId xmlns:a16="http://schemas.microsoft.com/office/drawing/2014/main" id="{77DC3718-C1A9-61CE-21F3-F511C62E67D5}"/>
                  </a:ext>
                </a:extLst>
              </p:cNvPr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5" name="Google Shape;4505;p31">
                <a:extLst>
                  <a:ext uri="{FF2B5EF4-FFF2-40B4-BE49-F238E27FC236}">
                    <a16:creationId xmlns:a16="http://schemas.microsoft.com/office/drawing/2014/main" id="{C6869EC8-9EF1-AA7E-6D35-B7D59D496AB4}"/>
                  </a:ext>
                </a:extLst>
              </p:cNvPr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6" name="Google Shape;4506;p31">
                <a:extLst>
                  <a:ext uri="{FF2B5EF4-FFF2-40B4-BE49-F238E27FC236}">
                    <a16:creationId xmlns:a16="http://schemas.microsoft.com/office/drawing/2014/main" id="{92D8C255-A9C9-7CEA-ACF0-3D9C7013F459}"/>
                  </a:ext>
                </a:extLst>
              </p:cNvPr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7" name="Google Shape;4507;p31">
                <a:extLst>
                  <a:ext uri="{FF2B5EF4-FFF2-40B4-BE49-F238E27FC236}">
                    <a16:creationId xmlns:a16="http://schemas.microsoft.com/office/drawing/2014/main" id="{AC69C27D-F206-1B2C-E1A4-69C777F0A131}"/>
                  </a:ext>
                </a:extLst>
              </p:cNvPr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8" name="Google Shape;4508;p31">
                <a:extLst>
                  <a:ext uri="{FF2B5EF4-FFF2-40B4-BE49-F238E27FC236}">
                    <a16:creationId xmlns:a16="http://schemas.microsoft.com/office/drawing/2014/main" id="{A80C2B9C-C426-214B-EBFF-C4E76363BD89}"/>
                  </a:ext>
                </a:extLst>
              </p:cNvPr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9" name="Google Shape;4509;p31">
                <a:extLst>
                  <a:ext uri="{FF2B5EF4-FFF2-40B4-BE49-F238E27FC236}">
                    <a16:creationId xmlns:a16="http://schemas.microsoft.com/office/drawing/2014/main" id="{6F17C99E-6233-6C9A-0A5C-3FCE04D5E8BC}"/>
                  </a:ext>
                </a:extLst>
              </p:cNvPr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0" name="Google Shape;4510;p31">
                <a:extLst>
                  <a:ext uri="{FF2B5EF4-FFF2-40B4-BE49-F238E27FC236}">
                    <a16:creationId xmlns:a16="http://schemas.microsoft.com/office/drawing/2014/main" id="{DC84019E-112D-672E-3338-67DC3B6E8845}"/>
                  </a:ext>
                </a:extLst>
              </p:cNvPr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1" name="Google Shape;4511;p31">
                <a:extLst>
                  <a:ext uri="{FF2B5EF4-FFF2-40B4-BE49-F238E27FC236}">
                    <a16:creationId xmlns:a16="http://schemas.microsoft.com/office/drawing/2014/main" id="{AD87D87A-6363-1380-5E77-088F3EC62767}"/>
                  </a:ext>
                </a:extLst>
              </p:cNvPr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2" name="Google Shape;4512;p31">
                <a:extLst>
                  <a:ext uri="{FF2B5EF4-FFF2-40B4-BE49-F238E27FC236}">
                    <a16:creationId xmlns:a16="http://schemas.microsoft.com/office/drawing/2014/main" id="{ED3F2E5F-96B1-7DD1-C8D9-2F281054D58E}"/>
                  </a:ext>
                </a:extLst>
              </p:cNvPr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3" name="Google Shape;4513;p31">
                <a:extLst>
                  <a:ext uri="{FF2B5EF4-FFF2-40B4-BE49-F238E27FC236}">
                    <a16:creationId xmlns:a16="http://schemas.microsoft.com/office/drawing/2014/main" id="{6FA9A9B3-89EA-31A7-0F55-53E63FF47AD7}"/>
                  </a:ext>
                </a:extLst>
              </p:cNvPr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4" name="Google Shape;4514;p31">
                <a:extLst>
                  <a:ext uri="{FF2B5EF4-FFF2-40B4-BE49-F238E27FC236}">
                    <a16:creationId xmlns:a16="http://schemas.microsoft.com/office/drawing/2014/main" id="{05315408-8A9B-4BAF-52E4-664ADCCEECAD}"/>
                  </a:ext>
                </a:extLst>
              </p:cNvPr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5" name="Google Shape;4515;p31">
                <a:extLst>
                  <a:ext uri="{FF2B5EF4-FFF2-40B4-BE49-F238E27FC236}">
                    <a16:creationId xmlns:a16="http://schemas.microsoft.com/office/drawing/2014/main" id="{2D783177-7876-FF45-2363-13FFAC1CE7FE}"/>
                  </a:ext>
                </a:extLst>
              </p:cNvPr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6" name="Google Shape;4516;p31">
                <a:extLst>
                  <a:ext uri="{FF2B5EF4-FFF2-40B4-BE49-F238E27FC236}">
                    <a16:creationId xmlns:a16="http://schemas.microsoft.com/office/drawing/2014/main" id="{16687047-DB2A-37F5-8506-10B714B767E7}"/>
                  </a:ext>
                </a:extLst>
              </p:cNvPr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7" name="Google Shape;4517;p31">
                <a:extLst>
                  <a:ext uri="{FF2B5EF4-FFF2-40B4-BE49-F238E27FC236}">
                    <a16:creationId xmlns:a16="http://schemas.microsoft.com/office/drawing/2014/main" id="{883FA4ED-C376-28CC-2A6F-E2D0BAE2784F}"/>
                  </a:ext>
                </a:extLst>
              </p:cNvPr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8" name="Google Shape;4518;p31">
                <a:extLst>
                  <a:ext uri="{FF2B5EF4-FFF2-40B4-BE49-F238E27FC236}">
                    <a16:creationId xmlns:a16="http://schemas.microsoft.com/office/drawing/2014/main" id="{390BC260-5008-9421-44E3-891351F7F562}"/>
                  </a:ext>
                </a:extLst>
              </p:cNvPr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9" name="Google Shape;4519;p31">
                <a:extLst>
                  <a:ext uri="{FF2B5EF4-FFF2-40B4-BE49-F238E27FC236}">
                    <a16:creationId xmlns:a16="http://schemas.microsoft.com/office/drawing/2014/main" id="{75B21906-C92A-EE45-7CB7-004A0085E77C}"/>
                  </a:ext>
                </a:extLst>
              </p:cNvPr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0" name="Google Shape;4520;p31">
                <a:extLst>
                  <a:ext uri="{FF2B5EF4-FFF2-40B4-BE49-F238E27FC236}">
                    <a16:creationId xmlns:a16="http://schemas.microsoft.com/office/drawing/2014/main" id="{40E1E9AB-CDE6-F636-EFCA-8C0CDD7DB1C4}"/>
                  </a:ext>
                </a:extLst>
              </p:cNvPr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1" name="Google Shape;4521;p31">
                <a:extLst>
                  <a:ext uri="{FF2B5EF4-FFF2-40B4-BE49-F238E27FC236}">
                    <a16:creationId xmlns:a16="http://schemas.microsoft.com/office/drawing/2014/main" id="{F1490ADF-D894-664B-0C08-FD1826A0CF26}"/>
                  </a:ext>
                </a:extLst>
              </p:cNvPr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2" name="Google Shape;4522;p31">
              <a:extLst>
                <a:ext uri="{FF2B5EF4-FFF2-40B4-BE49-F238E27FC236}">
                  <a16:creationId xmlns:a16="http://schemas.microsoft.com/office/drawing/2014/main" id="{72FF0A6B-96B6-48CE-A036-AA0026FD7732}"/>
                </a:ext>
              </a:extLst>
            </p:cNvPr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4523" name="Google Shape;4523;p31">
                <a:extLst>
                  <a:ext uri="{FF2B5EF4-FFF2-40B4-BE49-F238E27FC236}">
                    <a16:creationId xmlns:a16="http://schemas.microsoft.com/office/drawing/2014/main" id="{75EA5FD2-C178-2F98-A762-CCADB6441BF6}"/>
                  </a:ext>
                </a:extLst>
              </p:cNvPr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4" name="Google Shape;4524;p31">
                <a:extLst>
                  <a:ext uri="{FF2B5EF4-FFF2-40B4-BE49-F238E27FC236}">
                    <a16:creationId xmlns:a16="http://schemas.microsoft.com/office/drawing/2014/main" id="{DB2A292D-3207-3F38-0AC9-E95215705048}"/>
                  </a:ext>
                </a:extLst>
              </p:cNvPr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5" name="Google Shape;4525;p31">
                <a:extLst>
                  <a:ext uri="{FF2B5EF4-FFF2-40B4-BE49-F238E27FC236}">
                    <a16:creationId xmlns:a16="http://schemas.microsoft.com/office/drawing/2014/main" id="{ECCC8801-5954-D0D3-4A9C-B68F9923C3E1}"/>
                  </a:ext>
                </a:extLst>
              </p:cNvPr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6" name="Google Shape;4526;p31">
                <a:extLst>
                  <a:ext uri="{FF2B5EF4-FFF2-40B4-BE49-F238E27FC236}">
                    <a16:creationId xmlns:a16="http://schemas.microsoft.com/office/drawing/2014/main" id="{3D06E867-E14C-9EC0-D9D6-B8A520716481}"/>
                  </a:ext>
                </a:extLst>
              </p:cNvPr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7" name="Google Shape;4527;p31">
                <a:extLst>
                  <a:ext uri="{FF2B5EF4-FFF2-40B4-BE49-F238E27FC236}">
                    <a16:creationId xmlns:a16="http://schemas.microsoft.com/office/drawing/2014/main" id="{341B4141-ED21-F145-C729-4BEC08B69E25}"/>
                  </a:ext>
                </a:extLst>
              </p:cNvPr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8" name="Google Shape;4528;p31">
                <a:extLst>
                  <a:ext uri="{FF2B5EF4-FFF2-40B4-BE49-F238E27FC236}">
                    <a16:creationId xmlns:a16="http://schemas.microsoft.com/office/drawing/2014/main" id="{A940928E-4332-1932-45B5-C5D99D59ED9B}"/>
                  </a:ext>
                </a:extLst>
              </p:cNvPr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9" name="Google Shape;4529;p31">
                <a:extLst>
                  <a:ext uri="{FF2B5EF4-FFF2-40B4-BE49-F238E27FC236}">
                    <a16:creationId xmlns:a16="http://schemas.microsoft.com/office/drawing/2014/main" id="{D4CAEF1C-2FDB-EA71-83C0-8F99CD769DA8}"/>
                  </a:ext>
                </a:extLst>
              </p:cNvPr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0" name="Google Shape;4530;p31">
                <a:extLst>
                  <a:ext uri="{FF2B5EF4-FFF2-40B4-BE49-F238E27FC236}">
                    <a16:creationId xmlns:a16="http://schemas.microsoft.com/office/drawing/2014/main" id="{6FC73670-BAF2-198F-3744-C79B660A4B70}"/>
                  </a:ext>
                </a:extLst>
              </p:cNvPr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1" name="Google Shape;4531;p31">
                <a:extLst>
                  <a:ext uri="{FF2B5EF4-FFF2-40B4-BE49-F238E27FC236}">
                    <a16:creationId xmlns:a16="http://schemas.microsoft.com/office/drawing/2014/main" id="{A46E346E-FF2C-0F3B-43FC-2F7DC84906A6}"/>
                  </a:ext>
                </a:extLst>
              </p:cNvPr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2" name="Google Shape;4532;p31">
                <a:extLst>
                  <a:ext uri="{FF2B5EF4-FFF2-40B4-BE49-F238E27FC236}">
                    <a16:creationId xmlns:a16="http://schemas.microsoft.com/office/drawing/2014/main" id="{CD2A2040-36F0-D2F5-A91F-418EE1FCC51E}"/>
                  </a:ext>
                </a:extLst>
              </p:cNvPr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3" name="Google Shape;4533;p31">
                <a:extLst>
                  <a:ext uri="{FF2B5EF4-FFF2-40B4-BE49-F238E27FC236}">
                    <a16:creationId xmlns:a16="http://schemas.microsoft.com/office/drawing/2014/main" id="{1D964BB7-DE16-41DB-FFC0-1175FAD58F82}"/>
                  </a:ext>
                </a:extLst>
              </p:cNvPr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4" name="Google Shape;4534;p31">
                <a:extLst>
                  <a:ext uri="{FF2B5EF4-FFF2-40B4-BE49-F238E27FC236}">
                    <a16:creationId xmlns:a16="http://schemas.microsoft.com/office/drawing/2014/main" id="{8677DE97-E454-F49E-4AE3-37EECCD5056D}"/>
                  </a:ext>
                </a:extLst>
              </p:cNvPr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5" name="Google Shape;4535;p31">
                <a:extLst>
                  <a:ext uri="{FF2B5EF4-FFF2-40B4-BE49-F238E27FC236}">
                    <a16:creationId xmlns:a16="http://schemas.microsoft.com/office/drawing/2014/main" id="{88819C57-69C4-254A-DEFA-64ED3E4CDCB4}"/>
                  </a:ext>
                </a:extLst>
              </p:cNvPr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6" name="Google Shape;4536;p31">
                <a:extLst>
                  <a:ext uri="{FF2B5EF4-FFF2-40B4-BE49-F238E27FC236}">
                    <a16:creationId xmlns:a16="http://schemas.microsoft.com/office/drawing/2014/main" id="{7AF9D690-5CA6-1C88-9F80-FC31DE0E1A9E}"/>
                  </a:ext>
                </a:extLst>
              </p:cNvPr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7" name="Google Shape;4537;p31">
                <a:extLst>
                  <a:ext uri="{FF2B5EF4-FFF2-40B4-BE49-F238E27FC236}">
                    <a16:creationId xmlns:a16="http://schemas.microsoft.com/office/drawing/2014/main" id="{3E822411-1F7B-CD88-6459-1BA1BA47EBC2}"/>
                  </a:ext>
                </a:extLst>
              </p:cNvPr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8" name="Google Shape;4538;p31">
                <a:extLst>
                  <a:ext uri="{FF2B5EF4-FFF2-40B4-BE49-F238E27FC236}">
                    <a16:creationId xmlns:a16="http://schemas.microsoft.com/office/drawing/2014/main" id="{C739FBF7-7C6D-278E-290E-30518F4839BA}"/>
                  </a:ext>
                </a:extLst>
              </p:cNvPr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9" name="Google Shape;4539;p31">
                <a:extLst>
                  <a:ext uri="{FF2B5EF4-FFF2-40B4-BE49-F238E27FC236}">
                    <a16:creationId xmlns:a16="http://schemas.microsoft.com/office/drawing/2014/main" id="{B3F97D71-C7B8-F05F-C4C7-9ABA198AD46F}"/>
                  </a:ext>
                </a:extLst>
              </p:cNvPr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0" name="Google Shape;4540;p31">
                <a:extLst>
                  <a:ext uri="{FF2B5EF4-FFF2-40B4-BE49-F238E27FC236}">
                    <a16:creationId xmlns:a16="http://schemas.microsoft.com/office/drawing/2014/main" id="{76C410D4-D99B-97ED-90D5-045D17A98D84}"/>
                  </a:ext>
                </a:extLst>
              </p:cNvPr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1" name="Google Shape;4541;p31">
                <a:extLst>
                  <a:ext uri="{FF2B5EF4-FFF2-40B4-BE49-F238E27FC236}">
                    <a16:creationId xmlns:a16="http://schemas.microsoft.com/office/drawing/2014/main" id="{D97673E9-7E50-40D4-ACB0-5E35DB83940F}"/>
                  </a:ext>
                </a:extLst>
              </p:cNvPr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2" name="Google Shape;4542;p31">
                <a:extLst>
                  <a:ext uri="{FF2B5EF4-FFF2-40B4-BE49-F238E27FC236}">
                    <a16:creationId xmlns:a16="http://schemas.microsoft.com/office/drawing/2014/main" id="{2981D062-B547-69F6-4591-261EDC6962D4}"/>
                  </a:ext>
                </a:extLst>
              </p:cNvPr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3" name="Google Shape;4543;p31">
                <a:extLst>
                  <a:ext uri="{FF2B5EF4-FFF2-40B4-BE49-F238E27FC236}">
                    <a16:creationId xmlns:a16="http://schemas.microsoft.com/office/drawing/2014/main" id="{516F4D37-07C3-5997-9446-C8B5FEFB1C6D}"/>
                  </a:ext>
                </a:extLst>
              </p:cNvPr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4" name="Google Shape;4544;p31">
                <a:extLst>
                  <a:ext uri="{FF2B5EF4-FFF2-40B4-BE49-F238E27FC236}">
                    <a16:creationId xmlns:a16="http://schemas.microsoft.com/office/drawing/2014/main" id="{C1BE46DB-3BCF-BB48-E3E7-792DD8BD0A33}"/>
                  </a:ext>
                </a:extLst>
              </p:cNvPr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5" name="Google Shape;4545;p31">
                <a:extLst>
                  <a:ext uri="{FF2B5EF4-FFF2-40B4-BE49-F238E27FC236}">
                    <a16:creationId xmlns:a16="http://schemas.microsoft.com/office/drawing/2014/main" id="{43A636F9-81BA-DA29-E658-2A1AB23BB2D5}"/>
                  </a:ext>
                </a:extLst>
              </p:cNvPr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6" name="Google Shape;4546;p31">
                <a:extLst>
                  <a:ext uri="{FF2B5EF4-FFF2-40B4-BE49-F238E27FC236}">
                    <a16:creationId xmlns:a16="http://schemas.microsoft.com/office/drawing/2014/main" id="{F18DE140-500E-0DD1-F6EB-FFAE02802061}"/>
                  </a:ext>
                </a:extLst>
              </p:cNvPr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7" name="Google Shape;4547;p31">
                <a:extLst>
                  <a:ext uri="{FF2B5EF4-FFF2-40B4-BE49-F238E27FC236}">
                    <a16:creationId xmlns:a16="http://schemas.microsoft.com/office/drawing/2014/main" id="{4C8EEEB6-5262-17EE-8015-14AE62D98536}"/>
                  </a:ext>
                </a:extLst>
              </p:cNvPr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8" name="Google Shape;4548;p31">
                <a:extLst>
                  <a:ext uri="{FF2B5EF4-FFF2-40B4-BE49-F238E27FC236}">
                    <a16:creationId xmlns:a16="http://schemas.microsoft.com/office/drawing/2014/main" id="{6414220F-7880-8175-9672-B941D77E29F5}"/>
                  </a:ext>
                </a:extLst>
              </p:cNvPr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9" name="Google Shape;4549;p31">
                <a:extLst>
                  <a:ext uri="{FF2B5EF4-FFF2-40B4-BE49-F238E27FC236}">
                    <a16:creationId xmlns:a16="http://schemas.microsoft.com/office/drawing/2014/main" id="{98BC1827-672C-F0E0-2F66-ED8E736B5967}"/>
                  </a:ext>
                </a:extLst>
              </p:cNvPr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0" name="Google Shape;4550;p31">
                <a:extLst>
                  <a:ext uri="{FF2B5EF4-FFF2-40B4-BE49-F238E27FC236}">
                    <a16:creationId xmlns:a16="http://schemas.microsoft.com/office/drawing/2014/main" id="{B6C4D28A-09AE-5828-C1E1-01A447CE626C}"/>
                  </a:ext>
                </a:extLst>
              </p:cNvPr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1" name="Google Shape;4551;p31">
                <a:extLst>
                  <a:ext uri="{FF2B5EF4-FFF2-40B4-BE49-F238E27FC236}">
                    <a16:creationId xmlns:a16="http://schemas.microsoft.com/office/drawing/2014/main" id="{7AEE86BD-D76F-4CDA-6FCB-CD53CD57EECF}"/>
                  </a:ext>
                </a:extLst>
              </p:cNvPr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2" name="Google Shape;4552;p31">
                <a:extLst>
                  <a:ext uri="{FF2B5EF4-FFF2-40B4-BE49-F238E27FC236}">
                    <a16:creationId xmlns:a16="http://schemas.microsoft.com/office/drawing/2014/main" id="{644232D1-C3D7-10FB-BF95-43521C8989EA}"/>
                  </a:ext>
                </a:extLst>
              </p:cNvPr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3" name="Google Shape;4553;p31">
                <a:extLst>
                  <a:ext uri="{FF2B5EF4-FFF2-40B4-BE49-F238E27FC236}">
                    <a16:creationId xmlns:a16="http://schemas.microsoft.com/office/drawing/2014/main" id="{24CE2D3D-27C0-D506-2D8D-A8906AFC5E14}"/>
                  </a:ext>
                </a:extLst>
              </p:cNvPr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4" name="Google Shape;4554;p31">
                <a:extLst>
                  <a:ext uri="{FF2B5EF4-FFF2-40B4-BE49-F238E27FC236}">
                    <a16:creationId xmlns:a16="http://schemas.microsoft.com/office/drawing/2014/main" id="{49E561B7-5722-215C-BCD8-CF84871EA5BC}"/>
                  </a:ext>
                </a:extLst>
              </p:cNvPr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5" name="Google Shape;4555;p31">
                <a:extLst>
                  <a:ext uri="{FF2B5EF4-FFF2-40B4-BE49-F238E27FC236}">
                    <a16:creationId xmlns:a16="http://schemas.microsoft.com/office/drawing/2014/main" id="{AF72374B-E159-F20C-8498-83CFB5620512}"/>
                  </a:ext>
                </a:extLst>
              </p:cNvPr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6" name="Google Shape;4556;p31">
                <a:extLst>
                  <a:ext uri="{FF2B5EF4-FFF2-40B4-BE49-F238E27FC236}">
                    <a16:creationId xmlns:a16="http://schemas.microsoft.com/office/drawing/2014/main" id="{9CECD333-1EE6-6EA2-594C-4DEEE89A7986}"/>
                  </a:ext>
                </a:extLst>
              </p:cNvPr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7" name="Google Shape;4557;p31">
                <a:extLst>
                  <a:ext uri="{FF2B5EF4-FFF2-40B4-BE49-F238E27FC236}">
                    <a16:creationId xmlns:a16="http://schemas.microsoft.com/office/drawing/2014/main" id="{4C94D9DC-EE6A-2E0D-53F4-0C129485226C}"/>
                  </a:ext>
                </a:extLst>
              </p:cNvPr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8" name="Google Shape;4558;p31">
                <a:extLst>
                  <a:ext uri="{FF2B5EF4-FFF2-40B4-BE49-F238E27FC236}">
                    <a16:creationId xmlns:a16="http://schemas.microsoft.com/office/drawing/2014/main" id="{4D65ECF1-BE62-EC13-9A7A-0F6AADF807C4}"/>
                  </a:ext>
                </a:extLst>
              </p:cNvPr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9" name="Google Shape;4559;p31">
                <a:extLst>
                  <a:ext uri="{FF2B5EF4-FFF2-40B4-BE49-F238E27FC236}">
                    <a16:creationId xmlns:a16="http://schemas.microsoft.com/office/drawing/2014/main" id="{BCAB1C1E-A04B-6A4C-49BA-960E8114F805}"/>
                  </a:ext>
                </a:extLst>
              </p:cNvPr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0" name="Google Shape;4560;p31">
                <a:extLst>
                  <a:ext uri="{FF2B5EF4-FFF2-40B4-BE49-F238E27FC236}">
                    <a16:creationId xmlns:a16="http://schemas.microsoft.com/office/drawing/2014/main" id="{F1A3B172-D543-6D5E-F61E-44981AE0AE4D}"/>
                  </a:ext>
                </a:extLst>
              </p:cNvPr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1" name="Google Shape;4561;p31">
                <a:extLst>
                  <a:ext uri="{FF2B5EF4-FFF2-40B4-BE49-F238E27FC236}">
                    <a16:creationId xmlns:a16="http://schemas.microsoft.com/office/drawing/2014/main" id="{3A083F2C-3462-85E0-481D-D0AEBB681AFF}"/>
                  </a:ext>
                </a:extLst>
              </p:cNvPr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2" name="Google Shape;4562;p31">
                <a:extLst>
                  <a:ext uri="{FF2B5EF4-FFF2-40B4-BE49-F238E27FC236}">
                    <a16:creationId xmlns:a16="http://schemas.microsoft.com/office/drawing/2014/main" id="{46938720-DCB5-538B-D7F5-BCFB5A48B6F8}"/>
                  </a:ext>
                </a:extLst>
              </p:cNvPr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3" name="Google Shape;4563;p31">
                <a:extLst>
                  <a:ext uri="{FF2B5EF4-FFF2-40B4-BE49-F238E27FC236}">
                    <a16:creationId xmlns:a16="http://schemas.microsoft.com/office/drawing/2014/main" id="{B86A4CC9-8A5B-FFE2-56AB-551355FC5F91}"/>
                  </a:ext>
                </a:extLst>
              </p:cNvPr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4" name="Google Shape;4564;p31">
                <a:extLst>
                  <a:ext uri="{FF2B5EF4-FFF2-40B4-BE49-F238E27FC236}">
                    <a16:creationId xmlns:a16="http://schemas.microsoft.com/office/drawing/2014/main" id="{8A612642-6303-4977-E2C5-CE1F887EAEE9}"/>
                  </a:ext>
                </a:extLst>
              </p:cNvPr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5" name="Google Shape;4565;p31">
                <a:extLst>
                  <a:ext uri="{FF2B5EF4-FFF2-40B4-BE49-F238E27FC236}">
                    <a16:creationId xmlns:a16="http://schemas.microsoft.com/office/drawing/2014/main" id="{7E4E7494-BB55-69CD-DC05-6CD2304FD307}"/>
                  </a:ext>
                </a:extLst>
              </p:cNvPr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66" name="Google Shape;4566;p31">
              <a:extLst>
                <a:ext uri="{FF2B5EF4-FFF2-40B4-BE49-F238E27FC236}">
                  <a16:creationId xmlns:a16="http://schemas.microsoft.com/office/drawing/2014/main" id="{36AE3F07-2278-48E8-E66D-FDF59DF8E484}"/>
                </a:ext>
              </a:extLst>
            </p:cNvPr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4567" name="Google Shape;4567;p31">
                <a:extLst>
                  <a:ext uri="{FF2B5EF4-FFF2-40B4-BE49-F238E27FC236}">
                    <a16:creationId xmlns:a16="http://schemas.microsoft.com/office/drawing/2014/main" id="{0B0B7B1A-2D4C-7B86-479F-DA8DC6E5F5CD}"/>
                  </a:ext>
                </a:extLst>
              </p:cNvPr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8" name="Google Shape;4568;p31">
                <a:extLst>
                  <a:ext uri="{FF2B5EF4-FFF2-40B4-BE49-F238E27FC236}">
                    <a16:creationId xmlns:a16="http://schemas.microsoft.com/office/drawing/2014/main" id="{A52DBC9F-FAF1-1980-885E-05D82B65DB87}"/>
                  </a:ext>
                </a:extLst>
              </p:cNvPr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9" name="Google Shape;4569;p31">
                <a:extLst>
                  <a:ext uri="{FF2B5EF4-FFF2-40B4-BE49-F238E27FC236}">
                    <a16:creationId xmlns:a16="http://schemas.microsoft.com/office/drawing/2014/main" id="{9B28DD0C-0D23-3785-A154-4204F23A4010}"/>
                  </a:ext>
                </a:extLst>
              </p:cNvPr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0" name="Google Shape;4570;p31">
                <a:extLst>
                  <a:ext uri="{FF2B5EF4-FFF2-40B4-BE49-F238E27FC236}">
                    <a16:creationId xmlns:a16="http://schemas.microsoft.com/office/drawing/2014/main" id="{1820CFD5-62A0-4AE0-6FB5-EA8C115BEAD8}"/>
                  </a:ext>
                </a:extLst>
              </p:cNvPr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1" name="Google Shape;4571;p31">
                <a:extLst>
                  <a:ext uri="{FF2B5EF4-FFF2-40B4-BE49-F238E27FC236}">
                    <a16:creationId xmlns:a16="http://schemas.microsoft.com/office/drawing/2014/main" id="{591A61E8-0929-A441-9243-044A2C11F3DC}"/>
                  </a:ext>
                </a:extLst>
              </p:cNvPr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2" name="Google Shape;4572;p31">
                <a:extLst>
                  <a:ext uri="{FF2B5EF4-FFF2-40B4-BE49-F238E27FC236}">
                    <a16:creationId xmlns:a16="http://schemas.microsoft.com/office/drawing/2014/main" id="{9C79D885-CB8C-2FC9-FCCF-600EA66CEF2A}"/>
                  </a:ext>
                </a:extLst>
              </p:cNvPr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3" name="Google Shape;4573;p31">
                <a:extLst>
                  <a:ext uri="{FF2B5EF4-FFF2-40B4-BE49-F238E27FC236}">
                    <a16:creationId xmlns:a16="http://schemas.microsoft.com/office/drawing/2014/main" id="{A86A8997-2B61-F586-1195-8B843B15612D}"/>
                  </a:ext>
                </a:extLst>
              </p:cNvPr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4" name="Google Shape;4574;p31">
                <a:extLst>
                  <a:ext uri="{FF2B5EF4-FFF2-40B4-BE49-F238E27FC236}">
                    <a16:creationId xmlns:a16="http://schemas.microsoft.com/office/drawing/2014/main" id="{750798FD-0524-6D18-7C1B-A58B5E679AB8}"/>
                  </a:ext>
                </a:extLst>
              </p:cNvPr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5" name="Google Shape;4575;p31">
                <a:extLst>
                  <a:ext uri="{FF2B5EF4-FFF2-40B4-BE49-F238E27FC236}">
                    <a16:creationId xmlns:a16="http://schemas.microsoft.com/office/drawing/2014/main" id="{F143035F-3AEF-DD49-FB41-52514A8513CE}"/>
                  </a:ext>
                </a:extLst>
              </p:cNvPr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6" name="Google Shape;4576;p31">
                <a:extLst>
                  <a:ext uri="{FF2B5EF4-FFF2-40B4-BE49-F238E27FC236}">
                    <a16:creationId xmlns:a16="http://schemas.microsoft.com/office/drawing/2014/main" id="{F0A6D004-3F5F-B753-F34D-5C47B038DE09}"/>
                  </a:ext>
                </a:extLst>
              </p:cNvPr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7" name="Google Shape;4577;p31">
                <a:extLst>
                  <a:ext uri="{FF2B5EF4-FFF2-40B4-BE49-F238E27FC236}">
                    <a16:creationId xmlns:a16="http://schemas.microsoft.com/office/drawing/2014/main" id="{4A50F9C3-EB31-DB02-2D8C-013DDAD926B4}"/>
                  </a:ext>
                </a:extLst>
              </p:cNvPr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8" name="Google Shape;4578;p31">
                <a:extLst>
                  <a:ext uri="{FF2B5EF4-FFF2-40B4-BE49-F238E27FC236}">
                    <a16:creationId xmlns:a16="http://schemas.microsoft.com/office/drawing/2014/main" id="{D708A752-00B0-DB86-74D9-DB36B56F5B19}"/>
                  </a:ext>
                </a:extLst>
              </p:cNvPr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9" name="Google Shape;4579;p31">
                <a:extLst>
                  <a:ext uri="{FF2B5EF4-FFF2-40B4-BE49-F238E27FC236}">
                    <a16:creationId xmlns:a16="http://schemas.microsoft.com/office/drawing/2014/main" id="{FAC3B8E7-14F2-8415-F6D4-09B51D4AC068}"/>
                  </a:ext>
                </a:extLst>
              </p:cNvPr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0" name="Google Shape;4580;p31">
                <a:extLst>
                  <a:ext uri="{FF2B5EF4-FFF2-40B4-BE49-F238E27FC236}">
                    <a16:creationId xmlns:a16="http://schemas.microsoft.com/office/drawing/2014/main" id="{7C468849-7C93-B7E2-C28B-58E56D5DD6FF}"/>
                  </a:ext>
                </a:extLst>
              </p:cNvPr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1" name="Google Shape;4581;p31">
                <a:extLst>
                  <a:ext uri="{FF2B5EF4-FFF2-40B4-BE49-F238E27FC236}">
                    <a16:creationId xmlns:a16="http://schemas.microsoft.com/office/drawing/2014/main" id="{B7E89981-C7B3-DC55-9D1F-6218AD92E627}"/>
                  </a:ext>
                </a:extLst>
              </p:cNvPr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2" name="Google Shape;4582;p31">
                <a:extLst>
                  <a:ext uri="{FF2B5EF4-FFF2-40B4-BE49-F238E27FC236}">
                    <a16:creationId xmlns:a16="http://schemas.microsoft.com/office/drawing/2014/main" id="{7CB63623-F238-5395-C23B-65FA267541EC}"/>
                  </a:ext>
                </a:extLst>
              </p:cNvPr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3" name="Google Shape;4583;p31">
                <a:extLst>
                  <a:ext uri="{FF2B5EF4-FFF2-40B4-BE49-F238E27FC236}">
                    <a16:creationId xmlns:a16="http://schemas.microsoft.com/office/drawing/2014/main" id="{9CEBDC92-BF5A-8A48-97B6-C3A169D1D389}"/>
                  </a:ext>
                </a:extLst>
              </p:cNvPr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4" name="Google Shape;4584;p31">
                <a:extLst>
                  <a:ext uri="{FF2B5EF4-FFF2-40B4-BE49-F238E27FC236}">
                    <a16:creationId xmlns:a16="http://schemas.microsoft.com/office/drawing/2014/main" id="{7125015F-6D47-73F3-5756-5C2329BD7B8B}"/>
                  </a:ext>
                </a:extLst>
              </p:cNvPr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5" name="Google Shape;4585;p31">
                <a:extLst>
                  <a:ext uri="{FF2B5EF4-FFF2-40B4-BE49-F238E27FC236}">
                    <a16:creationId xmlns:a16="http://schemas.microsoft.com/office/drawing/2014/main" id="{645E8F2C-0CD2-7CB2-2538-4C11FFFB2D75}"/>
                  </a:ext>
                </a:extLst>
              </p:cNvPr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6" name="Google Shape;4586;p31">
                <a:extLst>
                  <a:ext uri="{FF2B5EF4-FFF2-40B4-BE49-F238E27FC236}">
                    <a16:creationId xmlns:a16="http://schemas.microsoft.com/office/drawing/2014/main" id="{6D8302A8-76AA-26D8-D80F-B440C001332F}"/>
                  </a:ext>
                </a:extLst>
              </p:cNvPr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7" name="Google Shape;4587;p31">
                <a:extLst>
                  <a:ext uri="{FF2B5EF4-FFF2-40B4-BE49-F238E27FC236}">
                    <a16:creationId xmlns:a16="http://schemas.microsoft.com/office/drawing/2014/main" id="{FCEFA2FB-49C6-CB8D-1408-B9D23300DFD5}"/>
                  </a:ext>
                </a:extLst>
              </p:cNvPr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8" name="Google Shape;4588;p31">
                <a:extLst>
                  <a:ext uri="{FF2B5EF4-FFF2-40B4-BE49-F238E27FC236}">
                    <a16:creationId xmlns:a16="http://schemas.microsoft.com/office/drawing/2014/main" id="{9E40F71B-22BE-C560-D93A-EF6085D8D601}"/>
                  </a:ext>
                </a:extLst>
              </p:cNvPr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9" name="Google Shape;4589;p31">
                <a:extLst>
                  <a:ext uri="{FF2B5EF4-FFF2-40B4-BE49-F238E27FC236}">
                    <a16:creationId xmlns:a16="http://schemas.microsoft.com/office/drawing/2014/main" id="{6252A57A-4649-CAA7-CCC4-08538F616B5F}"/>
                  </a:ext>
                </a:extLst>
              </p:cNvPr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0" name="Google Shape;4590;p31">
                <a:extLst>
                  <a:ext uri="{FF2B5EF4-FFF2-40B4-BE49-F238E27FC236}">
                    <a16:creationId xmlns:a16="http://schemas.microsoft.com/office/drawing/2014/main" id="{2B210E14-542D-FAA6-6B52-D7E66673F778}"/>
                  </a:ext>
                </a:extLst>
              </p:cNvPr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1" name="Google Shape;4591;p31">
                <a:extLst>
                  <a:ext uri="{FF2B5EF4-FFF2-40B4-BE49-F238E27FC236}">
                    <a16:creationId xmlns:a16="http://schemas.microsoft.com/office/drawing/2014/main" id="{042683DA-A3F8-3409-B722-67E7E03C99BF}"/>
                  </a:ext>
                </a:extLst>
              </p:cNvPr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2" name="Google Shape;4592;p31">
                <a:extLst>
                  <a:ext uri="{FF2B5EF4-FFF2-40B4-BE49-F238E27FC236}">
                    <a16:creationId xmlns:a16="http://schemas.microsoft.com/office/drawing/2014/main" id="{B24A9989-44B1-16E4-9BB0-BCEAEDED211E}"/>
                  </a:ext>
                </a:extLst>
              </p:cNvPr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3" name="Google Shape;4593;p31">
                <a:extLst>
                  <a:ext uri="{FF2B5EF4-FFF2-40B4-BE49-F238E27FC236}">
                    <a16:creationId xmlns:a16="http://schemas.microsoft.com/office/drawing/2014/main" id="{FDC37619-8BB3-DF49-090D-2C1142A7D6FB}"/>
                  </a:ext>
                </a:extLst>
              </p:cNvPr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4" name="Google Shape;4594;p31">
                <a:extLst>
                  <a:ext uri="{FF2B5EF4-FFF2-40B4-BE49-F238E27FC236}">
                    <a16:creationId xmlns:a16="http://schemas.microsoft.com/office/drawing/2014/main" id="{57A17021-3CB8-E270-3D24-B001147A6476}"/>
                  </a:ext>
                </a:extLst>
              </p:cNvPr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5" name="Google Shape;4595;p31">
                <a:extLst>
                  <a:ext uri="{FF2B5EF4-FFF2-40B4-BE49-F238E27FC236}">
                    <a16:creationId xmlns:a16="http://schemas.microsoft.com/office/drawing/2014/main" id="{95839911-357D-6158-3EB1-2D667204C305}"/>
                  </a:ext>
                </a:extLst>
              </p:cNvPr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6" name="Google Shape;4596;p31">
                <a:extLst>
                  <a:ext uri="{FF2B5EF4-FFF2-40B4-BE49-F238E27FC236}">
                    <a16:creationId xmlns:a16="http://schemas.microsoft.com/office/drawing/2014/main" id="{DA7B36A0-0911-DE2D-36EF-B2E24991FC39}"/>
                  </a:ext>
                </a:extLst>
              </p:cNvPr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7" name="Google Shape;4597;p31">
                <a:extLst>
                  <a:ext uri="{FF2B5EF4-FFF2-40B4-BE49-F238E27FC236}">
                    <a16:creationId xmlns:a16="http://schemas.microsoft.com/office/drawing/2014/main" id="{6EB34DEB-3E10-CC45-ED5A-9530702C6836}"/>
                  </a:ext>
                </a:extLst>
              </p:cNvPr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8" name="Google Shape;4598;p31">
                <a:extLst>
                  <a:ext uri="{FF2B5EF4-FFF2-40B4-BE49-F238E27FC236}">
                    <a16:creationId xmlns:a16="http://schemas.microsoft.com/office/drawing/2014/main" id="{D935B678-A269-5E56-841D-5F6662077A08}"/>
                  </a:ext>
                </a:extLst>
              </p:cNvPr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9" name="Google Shape;4599;p31">
                <a:extLst>
                  <a:ext uri="{FF2B5EF4-FFF2-40B4-BE49-F238E27FC236}">
                    <a16:creationId xmlns:a16="http://schemas.microsoft.com/office/drawing/2014/main" id="{80E24943-5F85-104D-DA9D-496338F6FED7}"/>
                  </a:ext>
                </a:extLst>
              </p:cNvPr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0" name="Google Shape;4600;p31">
                <a:extLst>
                  <a:ext uri="{FF2B5EF4-FFF2-40B4-BE49-F238E27FC236}">
                    <a16:creationId xmlns:a16="http://schemas.microsoft.com/office/drawing/2014/main" id="{9002CC51-A99C-4042-CAB8-CD26DC0D45D1}"/>
                  </a:ext>
                </a:extLst>
              </p:cNvPr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1" name="Google Shape;4601;p31">
                <a:extLst>
                  <a:ext uri="{FF2B5EF4-FFF2-40B4-BE49-F238E27FC236}">
                    <a16:creationId xmlns:a16="http://schemas.microsoft.com/office/drawing/2014/main" id="{A5CC6686-01F2-288A-DA1E-E2A9DA7943F2}"/>
                  </a:ext>
                </a:extLst>
              </p:cNvPr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2" name="Google Shape;4602;p31">
                <a:extLst>
                  <a:ext uri="{FF2B5EF4-FFF2-40B4-BE49-F238E27FC236}">
                    <a16:creationId xmlns:a16="http://schemas.microsoft.com/office/drawing/2014/main" id="{C156051F-C48F-D0A3-37E9-69A4176B965D}"/>
                  </a:ext>
                </a:extLst>
              </p:cNvPr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3" name="Google Shape;4603;p31">
                <a:extLst>
                  <a:ext uri="{FF2B5EF4-FFF2-40B4-BE49-F238E27FC236}">
                    <a16:creationId xmlns:a16="http://schemas.microsoft.com/office/drawing/2014/main" id="{DE0CDB73-F4F0-E2D6-3E5E-C42E5FB7E801}"/>
                  </a:ext>
                </a:extLst>
              </p:cNvPr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4" name="Google Shape;4604;p31">
                <a:extLst>
                  <a:ext uri="{FF2B5EF4-FFF2-40B4-BE49-F238E27FC236}">
                    <a16:creationId xmlns:a16="http://schemas.microsoft.com/office/drawing/2014/main" id="{B4B8E892-834F-0052-AE0C-6FD85961B9DD}"/>
                  </a:ext>
                </a:extLst>
              </p:cNvPr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5" name="Google Shape;4605;p31">
                <a:extLst>
                  <a:ext uri="{FF2B5EF4-FFF2-40B4-BE49-F238E27FC236}">
                    <a16:creationId xmlns:a16="http://schemas.microsoft.com/office/drawing/2014/main" id="{5D827FED-4365-0CDC-E7A9-4494208009D1}"/>
                  </a:ext>
                </a:extLst>
              </p:cNvPr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6" name="Google Shape;4606;p31">
                <a:extLst>
                  <a:ext uri="{FF2B5EF4-FFF2-40B4-BE49-F238E27FC236}">
                    <a16:creationId xmlns:a16="http://schemas.microsoft.com/office/drawing/2014/main" id="{24A552AA-A115-1D3C-DE5C-2D232DA4CBBC}"/>
                  </a:ext>
                </a:extLst>
              </p:cNvPr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7" name="Google Shape;4607;p31">
                <a:extLst>
                  <a:ext uri="{FF2B5EF4-FFF2-40B4-BE49-F238E27FC236}">
                    <a16:creationId xmlns:a16="http://schemas.microsoft.com/office/drawing/2014/main" id="{96862B41-AD9F-0ED4-9523-7725F6F6B8DC}"/>
                  </a:ext>
                </a:extLst>
              </p:cNvPr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08" name="Google Shape;4608;p31">
              <a:extLst>
                <a:ext uri="{FF2B5EF4-FFF2-40B4-BE49-F238E27FC236}">
                  <a16:creationId xmlns:a16="http://schemas.microsoft.com/office/drawing/2014/main" id="{E1F95376-DC8D-A6F5-A337-26214B85C01F}"/>
                </a:ext>
              </a:extLst>
            </p:cNvPr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4609" name="Google Shape;4609;p31">
                <a:extLst>
                  <a:ext uri="{FF2B5EF4-FFF2-40B4-BE49-F238E27FC236}">
                    <a16:creationId xmlns:a16="http://schemas.microsoft.com/office/drawing/2014/main" id="{D748FEED-F50F-1C92-2B95-57D478038CAE}"/>
                  </a:ext>
                </a:extLst>
              </p:cNvPr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0" name="Google Shape;4610;p31">
                <a:extLst>
                  <a:ext uri="{FF2B5EF4-FFF2-40B4-BE49-F238E27FC236}">
                    <a16:creationId xmlns:a16="http://schemas.microsoft.com/office/drawing/2014/main" id="{975B615E-8099-B435-238A-91F1BF167D89}"/>
                  </a:ext>
                </a:extLst>
              </p:cNvPr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1" name="Google Shape;4611;p31">
                <a:extLst>
                  <a:ext uri="{FF2B5EF4-FFF2-40B4-BE49-F238E27FC236}">
                    <a16:creationId xmlns:a16="http://schemas.microsoft.com/office/drawing/2014/main" id="{72751A01-9224-372B-2237-771DB87F3917}"/>
                  </a:ext>
                </a:extLst>
              </p:cNvPr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2" name="Google Shape;4612;p31">
                <a:extLst>
                  <a:ext uri="{FF2B5EF4-FFF2-40B4-BE49-F238E27FC236}">
                    <a16:creationId xmlns:a16="http://schemas.microsoft.com/office/drawing/2014/main" id="{07A14751-5184-4EBB-123F-A538236284C4}"/>
                  </a:ext>
                </a:extLst>
              </p:cNvPr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3" name="Google Shape;4613;p31">
                <a:extLst>
                  <a:ext uri="{FF2B5EF4-FFF2-40B4-BE49-F238E27FC236}">
                    <a16:creationId xmlns:a16="http://schemas.microsoft.com/office/drawing/2014/main" id="{9717B086-92D9-DAC7-DFFA-DC26DAAC98DF}"/>
                  </a:ext>
                </a:extLst>
              </p:cNvPr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4" name="Google Shape;4614;p31">
                <a:extLst>
                  <a:ext uri="{FF2B5EF4-FFF2-40B4-BE49-F238E27FC236}">
                    <a16:creationId xmlns:a16="http://schemas.microsoft.com/office/drawing/2014/main" id="{F4B75D48-EFF1-6EA6-9148-5CAEBA1E0BBA}"/>
                  </a:ext>
                </a:extLst>
              </p:cNvPr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5" name="Google Shape;4615;p31">
                <a:extLst>
                  <a:ext uri="{FF2B5EF4-FFF2-40B4-BE49-F238E27FC236}">
                    <a16:creationId xmlns:a16="http://schemas.microsoft.com/office/drawing/2014/main" id="{29A72D9B-948D-0380-454D-46C0D0D06AFD}"/>
                  </a:ext>
                </a:extLst>
              </p:cNvPr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6" name="Google Shape;4616;p31">
                <a:extLst>
                  <a:ext uri="{FF2B5EF4-FFF2-40B4-BE49-F238E27FC236}">
                    <a16:creationId xmlns:a16="http://schemas.microsoft.com/office/drawing/2014/main" id="{F3D03D32-645B-29E5-084C-7F45CEEDAC5D}"/>
                  </a:ext>
                </a:extLst>
              </p:cNvPr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7" name="Google Shape;4617;p31">
                <a:extLst>
                  <a:ext uri="{FF2B5EF4-FFF2-40B4-BE49-F238E27FC236}">
                    <a16:creationId xmlns:a16="http://schemas.microsoft.com/office/drawing/2014/main" id="{187401DA-C97F-A2F2-D732-94DBFBF12FFE}"/>
                  </a:ext>
                </a:extLst>
              </p:cNvPr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8" name="Google Shape;4618;p31">
                <a:extLst>
                  <a:ext uri="{FF2B5EF4-FFF2-40B4-BE49-F238E27FC236}">
                    <a16:creationId xmlns:a16="http://schemas.microsoft.com/office/drawing/2014/main" id="{0378F1CD-4392-F938-67D4-7098BA9435BB}"/>
                  </a:ext>
                </a:extLst>
              </p:cNvPr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9" name="Google Shape;4619;p31">
                <a:extLst>
                  <a:ext uri="{FF2B5EF4-FFF2-40B4-BE49-F238E27FC236}">
                    <a16:creationId xmlns:a16="http://schemas.microsoft.com/office/drawing/2014/main" id="{56BFE6DD-00C9-2AF7-AE83-B49D5D6F9835}"/>
                  </a:ext>
                </a:extLst>
              </p:cNvPr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0" name="Google Shape;4620;p31">
                <a:extLst>
                  <a:ext uri="{FF2B5EF4-FFF2-40B4-BE49-F238E27FC236}">
                    <a16:creationId xmlns:a16="http://schemas.microsoft.com/office/drawing/2014/main" id="{18B8BB8B-4A8B-E011-D40B-DCC2541F5210}"/>
                  </a:ext>
                </a:extLst>
              </p:cNvPr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1" name="Google Shape;4621;p31">
                <a:extLst>
                  <a:ext uri="{FF2B5EF4-FFF2-40B4-BE49-F238E27FC236}">
                    <a16:creationId xmlns:a16="http://schemas.microsoft.com/office/drawing/2014/main" id="{F33A77D3-8647-DD4F-6F94-C4F6E1EA26CF}"/>
                  </a:ext>
                </a:extLst>
              </p:cNvPr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2" name="Google Shape;4622;p31">
                <a:extLst>
                  <a:ext uri="{FF2B5EF4-FFF2-40B4-BE49-F238E27FC236}">
                    <a16:creationId xmlns:a16="http://schemas.microsoft.com/office/drawing/2014/main" id="{2DA7438D-74C6-106E-9AE1-D6AA56FBED0F}"/>
                  </a:ext>
                </a:extLst>
              </p:cNvPr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3" name="Google Shape;4623;p31">
                <a:extLst>
                  <a:ext uri="{FF2B5EF4-FFF2-40B4-BE49-F238E27FC236}">
                    <a16:creationId xmlns:a16="http://schemas.microsoft.com/office/drawing/2014/main" id="{4BC59755-5F96-1ACD-CC44-87C9EB22DF2E}"/>
                  </a:ext>
                </a:extLst>
              </p:cNvPr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4" name="Google Shape;4624;p31">
                <a:extLst>
                  <a:ext uri="{FF2B5EF4-FFF2-40B4-BE49-F238E27FC236}">
                    <a16:creationId xmlns:a16="http://schemas.microsoft.com/office/drawing/2014/main" id="{03AF96B5-BFCD-EB1A-19AE-45E8ED7C113E}"/>
                  </a:ext>
                </a:extLst>
              </p:cNvPr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5" name="Google Shape;4625;p31">
                <a:extLst>
                  <a:ext uri="{FF2B5EF4-FFF2-40B4-BE49-F238E27FC236}">
                    <a16:creationId xmlns:a16="http://schemas.microsoft.com/office/drawing/2014/main" id="{DC3A7995-57BE-22C9-FFF6-31C2181D7644}"/>
                  </a:ext>
                </a:extLst>
              </p:cNvPr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6" name="Google Shape;4626;p31">
                <a:extLst>
                  <a:ext uri="{FF2B5EF4-FFF2-40B4-BE49-F238E27FC236}">
                    <a16:creationId xmlns:a16="http://schemas.microsoft.com/office/drawing/2014/main" id="{0EC29966-C937-78C9-2B61-2BC92EA52AD5}"/>
                  </a:ext>
                </a:extLst>
              </p:cNvPr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7" name="Google Shape;4627;p31">
                <a:extLst>
                  <a:ext uri="{FF2B5EF4-FFF2-40B4-BE49-F238E27FC236}">
                    <a16:creationId xmlns:a16="http://schemas.microsoft.com/office/drawing/2014/main" id="{524FECFF-92E9-4362-9A82-FBE84BEA7659}"/>
                  </a:ext>
                </a:extLst>
              </p:cNvPr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8" name="Google Shape;4628;p31">
                <a:extLst>
                  <a:ext uri="{FF2B5EF4-FFF2-40B4-BE49-F238E27FC236}">
                    <a16:creationId xmlns:a16="http://schemas.microsoft.com/office/drawing/2014/main" id="{DC130257-7426-EEF2-578E-9339C586DB8F}"/>
                  </a:ext>
                </a:extLst>
              </p:cNvPr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9" name="Google Shape;4629;p31">
                <a:extLst>
                  <a:ext uri="{FF2B5EF4-FFF2-40B4-BE49-F238E27FC236}">
                    <a16:creationId xmlns:a16="http://schemas.microsoft.com/office/drawing/2014/main" id="{096BF4B9-90A3-4C99-10AD-5597CE4954B6}"/>
                  </a:ext>
                </a:extLst>
              </p:cNvPr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0" name="Google Shape;4630;p31">
                <a:extLst>
                  <a:ext uri="{FF2B5EF4-FFF2-40B4-BE49-F238E27FC236}">
                    <a16:creationId xmlns:a16="http://schemas.microsoft.com/office/drawing/2014/main" id="{95A4F150-87B6-0E3B-AAF9-F611EA1BC560}"/>
                  </a:ext>
                </a:extLst>
              </p:cNvPr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1" name="Google Shape;4631;p31">
                <a:extLst>
                  <a:ext uri="{FF2B5EF4-FFF2-40B4-BE49-F238E27FC236}">
                    <a16:creationId xmlns:a16="http://schemas.microsoft.com/office/drawing/2014/main" id="{3ACC8F0A-F655-19DD-03B7-54328C6F965C}"/>
                  </a:ext>
                </a:extLst>
              </p:cNvPr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2" name="Google Shape;4632;p31">
                <a:extLst>
                  <a:ext uri="{FF2B5EF4-FFF2-40B4-BE49-F238E27FC236}">
                    <a16:creationId xmlns:a16="http://schemas.microsoft.com/office/drawing/2014/main" id="{58953052-BD9C-4B61-3E48-402AE2646192}"/>
                  </a:ext>
                </a:extLst>
              </p:cNvPr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3" name="Google Shape;4633;p31">
                <a:extLst>
                  <a:ext uri="{FF2B5EF4-FFF2-40B4-BE49-F238E27FC236}">
                    <a16:creationId xmlns:a16="http://schemas.microsoft.com/office/drawing/2014/main" id="{20016298-BEC6-A34D-29B2-9B67EBCD1DB0}"/>
                  </a:ext>
                </a:extLst>
              </p:cNvPr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4" name="Google Shape;4634;p31">
                <a:extLst>
                  <a:ext uri="{FF2B5EF4-FFF2-40B4-BE49-F238E27FC236}">
                    <a16:creationId xmlns:a16="http://schemas.microsoft.com/office/drawing/2014/main" id="{611AE51B-7107-0F6C-B844-8727E7AACD5D}"/>
                  </a:ext>
                </a:extLst>
              </p:cNvPr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5" name="Google Shape;4635;p31">
                <a:extLst>
                  <a:ext uri="{FF2B5EF4-FFF2-40B4-BE49-F238E27FC236}">
                    <a16:creationId xmlns:a16="http://schemas.microsoft.com/office/drawing/2014/main" id="{E62B5A13-0353-DC2C-52B8-D125BF19BDA7}"/>
                  </a:ext>
                </a:extLst>
              </p:cNvPr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6" name="Google Shape;4636;p31">
                <a:extLst>
                  <a:ext uri="{FF2B5EF4-FFF2-40B4-BE49-F238E27FC236}">
                    <a16:creationId xmlns:a16="http://schemas.microsoft.com/office/drawing/2014/main" id="{C481C834-96DA-B753-0324-275D6A4737EB}"/>
                  </a:ext>
                </a:extLst>
              </p:cNvPr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7" name="Google Shape;4637;p31">
                <a:extLst>
                  <a:ext uri="{FF2B5EF4-FFF2-40B4-BE49-F238E27FC236}">
                    <a16:creationId xmlns:a16="http://schemas.microsoft.com/office/drawing/2014/main" id="{E9ECAC90-F458-8673-9588-8305E0E9B3BE}"/>
                  </a:ext>
                </a:extLst>
              </p:cNvPr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8" name="Google Shape;4638;p31">
                <a:extLst>
                  <a:ext uri="{FF2B5EF4-FFF2-40B4-BE49-F238E27FC236}">
                    <a16:creationId xmlns:a16="http://schemas.microsoft.com/office/drawing/2014/main" id="{1D0C7F23-F2F3-26A9-3B98-7F801EE68E9F}"/>
                  </a:ext>
                </a:extLst>
              </p:cNvPr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9" name="Google Shape;4639;p31">
                <a:extLst>
                  <a:ext uri="{FF2B5EF4-FFF2-40B4-BE49-F238E27FC236}">
                    <a16:creationId xmlns:a16="http://schemas.microsoft.com/office/drawing/2014/main" id="{9FCEB18B-0A6C-9CEE-641D-B7F19213111E}"/>
                  </a:ext>
                </a:extLst>
              </p:cNvPr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0" name="Google Shape;4640;p31">
                <a:extLst>
                  <a:ext uri="{FF2B5EF4-FFF2-40B4-BE49-F238E27FC236}">
                    <a16:creationId xmlns:a16="http://schemas.microsoft.com/office/drawing/2014/main" id="{555D9538-FD7A-9FB3-F06D-0CD09BFC6D8A}"/>
                  </a:ext>
                </a:extLst>
              </p:cNvPr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1" name="Google Shape;4641;p31">
                <a:extLst>
                  <a:ext uri="{FF2B5EF4-FFF2-40B4-BE49-F238E27FC236}">
                    <a16:creationId xmlns:a16="http://schemas.microsoft.com/office/drawing/2014/main" id="{27F6ECFB-5A14-ACCC-2454-E871D4990FE7}"/>
                  </a:ext>
                </a:extLst>
              </p:cNvPr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2" name="Google Shape;4642;p31">
                <a:extLst>
                  <a:ext uri="{FF2B5EF4-FFF2-40B4-BE49-F238E27FC236}">
                    <a16:creationId xmlns:a16="http://schemas.microsoft.com/office/drawing/2014/main" id="{6FDA4016-BE00-78DC-2118-95FF1C3CA2BA}"/>
                  </a:ext>
                </a:extLst>
              </p:cNvPr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3" name="Google Shape;4643;p31">
                <a:extLst>
                  <a:ext uri="{FF2B5EF4-FFF2-40B4-BE49-F238E27FC236}">
                    <a16:creationId xmlns:a16="http://schemas.microsoft.com/office/drawing/2014/main" id="{E0834BE9-742D-8D79-EAA3-1F51D5BDE432}"/>
                  </a:ext>
                </a:extLst>
              </p:cNvPr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4" name="Google Shape;4644;p31">
                <a:extLst>
                  <a:ext uri="{FF2B5EF4-FFF2-40B4-BE49-F238E27FC236}">
                    <a16:creationId xmlns:a16="http://schemas.microsoft.com/office/drawing/2014/main" id="{F5B04930-AB68-BE68-D45A-F6E2BD3E0F5F}"/>
                  </a:ext>
                </a:extLst>
              </p:cNvPr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5" name="Google Shape;4645;p31">
                <a:extLst>
                  <a:ext uri="{FF2B5EF4-FFF2-40B4-BE49-F238E27FC236}">
                    <a16:creationId xmlns:a16="http://schemas.microsoft.com/office/drawing/2014/main" id="{0939B42F-C497-1B47-3472-F87BBE051749}"/>
                  </a:ext>
                </a:extLst>
              </p:cNvPr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6" name="Google Shape;4646;p31">
                <a:extLst>
                  <a:ext uri="{FF2B5EF4-FFF2-40B4-BE49-F238E27FC236}">
                    <a16:creationId xmlns:a16="http://schemas.microsoft.com/office/drawing/2014/main" id="{CC2D7AAC-7D26-3302-F94A-0A09CB0B4773}"/>
                  </a:ext>
                </a:extLst>
              </p:cNvPr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7" name="Google Shape;4647;p31">
                <a:extLst>
                  <a:ext uri="{FF2B5EF4-FFF2-40B4-BE49-F238E27FC236}">
                    <a16:creationId xmlns:a16="http://schemas.microsoft.com/office/drawing/2014/main" id="{0B663390-BB98-02EA-1275-45B139772C37}"/>
                  </a:ext>
                </a:extLst>
              </p:cNvPr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48" name="Google Shape;4648;p31">
            <a:extLst>
              <a:ext uri="{FF2B5EF4-FFF2-40B4-BE49-F238E27FC236}">
                <a16:creationId xmlns:a16="http://schemas.microsoft.com/office/drawing/2014/main" id="{C95AF100-FDCE-0010-8E21-9163B6D1AC11}"/>
              </a:ext>
            </a:extLst>
          </p:cNvPr>
          <p:cNvSpPr/>
          <p:nvPr/>
        </p:nvSpPr>
        <p:spPr>
          <a:xfrm>
            <a:off x="5341425" y="359400"/>
            <a:ext cx="3167100" cy="4424700"/>
          </a:xfrm>
          <a:prstGeom prst="roundRect">
            <a:avLst>
              <a:gd name="adj" fmla="val 1367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9" name="Google Shape;4649;p31">
            <a:extLst>
              <a:ext uri="{FF2B5EF4-FFF2-40B4-BE49-F238E27FC236}">
                <a16:creationId xmlns:a16="http://schemas.microsoft.com/office/drawing/2014/main" id="{6B51E5EB-1324-1C99-B66B-16C896FBB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960" y="539550"/>
            <a:ext cx="4931453" cy="13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b="1" dirty="0"/>
              <a:t>Выбор модели жизненного цикла:</a:t>
            </a:r>
            <a:r>
              <a:rPr lang="ru-RU" sz="2400" dirty="0"/>
              <a:t> Итеративная модель.</a:t>
            </a:r>
          </a:p>
        </p:txBody>
      </p:sp>
      <p:sp>
        <p:nvSpPr>
          <p:cNvPr id="4650" name="Google Shape;4650;p31">
            <a:extLst>
              <a:ext uri="{FF2B5EF4-FFF2-40B4-BE49-F238E27FC236}">
                <a16:creationId xmlns:a16="http://schemas.microsoft.com/office/drawing/2014/main" id="{7AF4669D-9551-7504-4BC2-BAB29805EC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4538" y="1707384"/>
            <a:ext cx="4931454" cy="20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/>
            <a:r>
              <a:rPr lang="ru-RU" sz="1400" b="1" dirty="0">
                <a:latin typeface="Montserrat" panose="00000500000000000000" pitchFamily="2" charset="-52"/>
              </a:rPr>
              <a:t>Обоснование выбора:</a:t>
            </a:r>
          </a:p>
          <a:p>
            <a:pPr marL="7429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Montserrat" panose="00000500000000000000" pitchFamily="2" charset="-52"/>
              </a:rPr>
              <a:t>Проект требует поэтапного расширения функционала: система создаётся блоками Итеративная модель позволяет регулярно уточнять требования.</a:t>
            </a:r>
          </a:p>
          <a:p>
            <a:pPr marL="7429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Montserrat" panose="00000500000000000000" pitchFamily="2" charset="-52"/>
              </a:rPr>
              <a:t>Каждая итерация производит работающий инкремент системы, пригодный для демонстрации, тестирования и улучшения.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Montserrat" panose="00000500000000000000" pitchFamily="2" charset="-52"/>
              </a:rPr>
              <a:t>Снижается риск, так как сложный продукт создаётся постепенно, а не целиком.</a:t>
            </a:r>
            <a:endParaRPr sz="1400" dirty="0">
              <a:latin typeface="Montserrat" panose="00000500000000000000" pitchFamily="2" charset="-52"/>
            </a:endParaRPr>
          </a:p>
        </p:txBody>
      </p:sp>
      <p:pic>
        <p:nvPicPr>
          <p:cNvPr id="4651" name="Google Shape;4651;p31">
            <a:extLst>
              <a:ext uri="{FF2B5EF4-FFF2-40B4-BE49-F238E27FC236}">
                <a16:creationId xmlns:a16="http://schemas.microsoft.com/office/drawing/2014/main" id="{82238C4B-AFAC-35D1-3602-AC30E42E39E4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399" b="1399"/>
          <a:stretch/>
        </p:blipFill>
        <p:spPr>
          <a:xfrm flipH="1">
            <a:off x="5531474" y="539550"/>
            <a:ext cx="2787000" cy="4064400"/>
          </a:xfrm>
          <a:prstGeom prst="roundRect">
            <a:avLst>
              <a:gd name="adj" fmla="val 8669"/>
            </a:avLst>
          </a:prstGeom>
        </p:spPr>
      </p:pic>
    </p:spTree>
    <p:extLst>
      <p:ext uri="{BB962C8B-B14F-4D97-AF65-F5344CB8AC3E}">
        <p14:creationId xmlns:p14="http://schemas.microsoft.com/office/powerpoint/2010/main" val="2323656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5" name="Google Shape;9775;p4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Тестирование и экономическая часть</a:t>
            </a:r>
            <a:endParaRPr dirty="0"/>
          </a:p>
        </p:txBody>
      </p:sp>
      <p:sp>
        <p:nvSpPr>
          <p:cNvPr id="9776" name="Google Shape;9776;p46"/>
          <p:cNvSpPr txBox="1"/>
          <p:nvPr/>
        </p:nvSpPr>
        <p:spPr>
          <a:xfrm>
            <a:off x="1003199" y="1340908"/>
            <a:ext cx="5825863" cy="10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77" name="Google Shape;9777;p46"/>
          <p:cNvSpPr txBox="1"/>
          <p:nvPr/>
        </p:nvSpPr>
        <p:spPr>
          <a:xfrm>
            <a:off x="1003199" y="1883008"/>
            <a:ext cx="4434433" cy="10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В ходе разработки программного обеспечения были проведены следующие виды тестирования:</a:t>
            </a:r>
            <a:endParaRPr lang="en-US"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Ручное тестирование — проверка основных пользовательских сценариев: регистрация, авторизация, создание и отслеживание заказов, работа с ролями.</a:t>
            </a:r>
            <a:endParaRPr lang="en-US"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Модульное (</a:t>
            </a:r>
            <a:r>
              <a:rPr lang="ru-RU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unit</a:t>
            </a:r>
            <a:r>
              <a:rPr lang="ru-RU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тестирование — тестирование отдельных компонентов системы, включая модели, формы и бизнес-логику приложения.</a:t>
            </a:r>
            <a:endParaRPr lang="en-US"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Результаты тестирования показали корректную работу всех ключевых функций системы и соответствие реализованного функционала требованиям.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78" name="Google Shape;9778;p46"/>
          <p:cNvSpPr txBox="1"/>
          <p:nvPr/>
        </p:nvSpPr>
        <p:spPr>
          <a:xfrm>
            <a:off x="5437632" y="1909562"/>
            <a:ext cx="2911460" cy="211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В рамках экономической части проекта была выполнена оценка стоимости и трудоёмкости разработки программного обеспечения с учётом:</a:t>
            </a:r>
            <a:endParaRPr lang="en-US"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затраченного времени на разработку;</a:t>
            </a:r>
            <a:endParaRPr lang="en-US"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сложности и объёма реализованного функционала;</a:t>
            </a:r>
            <a:endParaRPr lang="en-US"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используемых технологий и инструментов.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782" name="Google Shape;9782;p46"/>
          <p:cNvGrpSpPr/>
          <p:nvPr/>
        </p:nvGrpSpPr>
        <p:grpSpPr>
          <a:xfrm flipH="1">
            <a:off x="6013686" y="-1575058"/>
            <a:ext cx="4552378" cy="4582857"/>
            <a:chOff x="3819525" y="1138237"/>
            <a:chExt cx="4552378" cy="4582857"/>
          </a:xfrm>
        </p:grpSpPr>
        <p:grpSp>
          <p:nvGrpSpPr>
            <p:cNvPr id="9783" name="Google Shape;9783;p46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9784" name="Google Shape;9784;p46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5" name="Google Shape;9785;p46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6" name="Google Shape;9786;p46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7" name="Google Shape;9787;p46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8" name="Google Shape;9788;p46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9" name="Google Shape;9789;p46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0" name="Google Shape;9790;p46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1" name="Google Shape;9791;p46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2" name="Google Shape;9792;p46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3" name="Google Shape;9793;p46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4" name="Google Shape;9794;p46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5" name="Google Shape;9795;p46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6" name="Google Shape;9796;p46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7" name="Google Shape;9797;p46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8" name="Google Shape;9798;p46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9" name="Google Shape;9799;p46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0" name="Google Shape;9800;p46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1" name="Google Shape;9801;p46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2" name="Google Shape;9802;p46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3" name="Google Shape;9803;p46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4" name="Google Shape;9804;p46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5" name="Google Shape;9805;p46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6" name="Google Shape;9806;p46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7" name="Google Shape;9807;p46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8" name="Google Shape;9808;p46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9" name="Google Shape;9809;p46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0" name="Google Shape;9810;p46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1" name="Google Shape;9811;p46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2" name="Google Shape;9812;p46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3" name="Google Shape;9813;p46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4" name="Google Shape;9814;p46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5" name="Google Shape;9815;p46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6" name="Google Shape;9816;p46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7" name="Google Shape;9817;p46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8" name="Google Shape;9818;p46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9" name="Google Shape;9819;p46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0" name="Google Shape;9820;p46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1" name="Google Shape;9821;p46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2" name="Google Shape;9822;p46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3" name="Google Shape;9823;p46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4" name="Google Shape;9824;p46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5" name="Google Shape;9825;p46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6" name="Google Shape;9826;p46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7" name="Google Shape;9827;p46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8" name="Google Shape;9828;p46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9" name="Google Shape;9829;p46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0" name="Google Shape;9830;p46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1" name="Google Shape;9831;p46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2" name="Google Shape;9832;p46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3" name="Google Shape;9833;p46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4" name="Google Shape;9834;p46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5" name="Google Shape;9835;p46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6" name="Google Shape;9836;p46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7" name="Google Shape;9837;p46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8" name="Google Shape;9838;p46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9" name="Google Shape;9839;p46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0" name="Google Shape;9840;p46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41" name="Google Shape;9841;p46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9842" name="Google Shape;9842;p46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3" name="Google Shape;9843;p46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4" name="Google Shape;9844;p46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5" name="Google Shape;9845;p46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6" name="Google Shape;9846;p46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7" name="Google Shape;9847;p46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8" name="Google Shape;9848;p46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9" name="Google Shape;9849;p46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0" name="Google Shape;9850;p46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1" name="Google Shape;9851;p46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2" name="Google Shape;9852;p46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3" name="Google Shape;9853;p46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4" name="Google Shape;9854;p46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5" name="Google Shape;9855;p46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6" name="Google Shape;9856;p46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7" name="Google Shape;9857;p46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8" name="Google Shape;9858;p46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9" name="Google Shape;9859;p46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0" name="Google Shape;9860;p46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1" name="Google Shape;9861;p46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2" name="Google Shape;9862;p46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3" name="Google Shape;9863;p46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4" name="Google Shape;9864;p46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5" name="Google Shape;9865;p46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6" name="Google Shape;9866;p46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7" name="Google Shape;9867;p46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8" name="Google Shape;9868;p46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9" name="Google Shape;9869;p46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0" name="Google Shape;9870;p46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1" name="Google Shape;9871;p46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2" name="Google Shape;9872;p46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3" name="Google Shape;9873;p46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4" name="Google Shape;9874;p46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5" name="Google Shape;9875;p46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6" name="Google Shape;9876;p46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7" name="Google Shape;9877;p46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8" name="Google Shape;9878;p46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9" name="Google Shape;9879;p46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0" name="Google Shape;9880;p46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1" name="Google Shape;9881;p46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2" name="Google Shape;9882;p46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3" name="Google Shape;9883;p46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4" name="Google Shape;9884;p46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5" name="Google Shape;9885;p46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6" name="Google Shape;9886;p46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7" name="Google Shape;9887;p46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8" name="Google Shape;9888;p46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9" name="Google Shape;9889;p46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0" name="Google Shape;9890;p46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1" name="Google Shape;9891;p46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2" name="Google Shape;9892;p46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3" name="Google Shape;9893;p46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4" name="Google Shape;9894;p46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5" name="Google Shape;9895;p46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6" name="Google Shape;9896;p46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97" name="Google Shape;9897;p46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9898" name="Google Shape;9898;p46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9" name="Google Shape;9899;p46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0" name="Google Shape;9900;p46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1" name="Google Shape;9901;p46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2" name="Google Shape;9902;p46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3" name="Google Shape;9903;p46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4" name="Google Shape;9904;p46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5" name="Google Shape;9905;p46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6" name="Google Shape;9906;p46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7" name="Google Shape;9907;p46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8" name="Google Shape;9908;p46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9" name="Google Shape;9909;p46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0" name="Google Shape;9910;p46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1" name="Google Shape;9911;p46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2" name="Google Shape;9912;p46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3" name="Google Shape;9913;p46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4" name="Google Shape;9914;p46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5" name="Google Shape;9915;p46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6" name="Google Shape;9916;p46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7" name="Google Shape;9917;p46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8" name="Google Shape;9918;p46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9" name="Google Shape;9919;p46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0" name="Google Shape;9920;p46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1" name="Google Shape;9921;p46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2" name="Google Shape;9922;p46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3" name="Google Shape;9923;p46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4" name="Google Shape;9924;p46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5" name="Google Shape;9925;p46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6" name="Google Shape;9926;p46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7" name="Google Shape;9927;p46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8" name="Google Shape;9928;p46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9" name="Google Shape;9929;p46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0" name="Google Shape;9930;p46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1" name="Google Shape;9931;p46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2" name="Google Shape;9932;p46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3" name="Google Shape;9933;p46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4" name="Google Shape;9934;p46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5" name="Google Shape;9935;p46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6" name="Google Shape;9936;p46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7" name="Google Shape;9937;p46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8" name="Google Shape;9938;p46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9" name="Google Shape;9939;p46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0" name="Google Shape;9940;p46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1" name="Google Shape;9941;p46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2" name="Google Shape;9942;p46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3" name="Google Shape;9943;p46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4" name="Google Shape;9944;p46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5" name="Google Shape;9945;p46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6" name="Google Shape;9946;p46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7" name="Google Shape;9947;p46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8" name="Google Shape;9948;p46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9" name="Google Shape;9949;p46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0" name="Google Shape;9950;p46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51" name="Google Shape;9951;p46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9952" name="Google Shape;9952;p46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3" name="Google Shape;9953;p46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4" name="Google Shape;9954;p46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5" name="Google Shape;9955;p46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6" name="Google Shape;9956;p46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7" name="Google Shape;9957;p46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8" name="Google Shape;9958;p46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9" name="Google Shape;9959;p46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0" name="Google Shape;9960;p46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1" name="Google Shape;9961;p46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2" name="Google Shape;9962;p46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3" name="Google Shape;9963;p46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4" name="Google Shape;9964;p46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5" name="Google Shape;9965;p46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6" name="Google Shape;9966;p46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7" name="Google Shape;9967;p46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8" name="Google Shape;9968;p46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9" name="Google Shape;9969;p46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0" name="Google Shape;9970;p46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1" name="Google Shape;9971;p46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2" name="Google Shape;9972;p46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3" name="Google Shape;9973;p46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4" name="Google Shape;9974;p46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5" name="Google Shape;9975;p46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6" name="Google Shape;9976;p46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7" name="Google Shape;9977;p46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8" name="Google Shape;9978;p46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9" name="Google Shape;9979;p46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0" name="Google Shape;9980;p46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1" name="Google Shape;9981;p46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2" name="Google Shape;9982;p46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3" name="Google Shape;9983;p46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4" name="Google Shape;9984;p46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5" name="Google Shape;9985;p46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6" name="Google Shape;9986;p46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7" name="Google Shape;9987;p46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8" name="Google Shape;9988;p46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9" name="Google Shape;9989;p46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0" name="Google Shape;9990;p46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1" name="Google Shape;9991;p46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2" name="Google Shape;9992;p46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3" name="Google Shape;9993;p46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4" name="Google Shape;9994;p46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5" name="Google Shape;9995;p46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6" name="Google Shape;9996;p46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7" name="Google Shape;9997;p46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8" name="Google Shape;9998;p46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9" name="Google Shape;9999;p46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0" name="Google Shape;10000;p46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1" name="Google Shape;10001;p46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2" name="Google Shape;10002;p46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03" name="Google Shape;10003;p46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10004" name="Google Shape;10004;p46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5" name="Google Shape;10005;p46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6" name="Google Shape;10006;p46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7" name="Google Shape;10007;p46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8" name="Google Shape;10008;p46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9" name="Google Shape;10009;p46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0" name="Google Shape;10010;p46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1" name="Google Shape;10011;p46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2" name="Google Shape;10012;p46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3" name="Google Shape;10013;p46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4" name="Google Shape;10014;p46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5" name="Google Shape;10015;p46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6" name="Google Shape;10016;p46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7" name="Google Shape;10017;p46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8" name="Google Shape;10018;p46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9" name="Google Shape;10019;p46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0" name="Google Shape;10020;p46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1" name="Google Shape;10021;p46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2" name="Google Shape;10022;p46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3" name="Google Shape;10023;p46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4" name="Google Shape;10024;p46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5" name="Google Shape;10025;p46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6" name="Google Shape;10026;p46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7" name="Google Shape;10027;p46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8" name="Google Shape;10028;p46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9" name="Google Shape;10029;p46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0" name="Google Shape;10030;p46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1" name="Google Shape;10031;p46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2" name="Google Shape;10032;p46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3" name="Google Shape;10033;p46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4" name="Google Shape;10034;p46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5" name="Google Shape;10035;p46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6" name="Google Shape;10036;p46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7" name="Google Shape;10037;p46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8" name="Google Shape;10038;p46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9" name="Google Shape;10039;p46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0" name="Google Shape;10040;p46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1" name="Google Shape;10041;p46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2" name="Google Shape;10042;p46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3" name="Google Shape;10043;p46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4" name="Google Shape;10044;p46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5" name="Google Shape;10045;p46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6" name="Google Shape;10046;p46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7" name="Google Shape;10047;p46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8" name="Google Shape;10048;p46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9" name="Google Shape;10049;p46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0" name="Google Shape;10050;p46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1" name="Google Shape;10051;p46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2" name="Google Shape;10052;p46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53" name="Google Shape;10053;p46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10054" name="Google Shape;10054;p46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5" name="Google Shape;10055;p46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6" name="Google Shape;10056;p46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7" name="Google Shape;10057;p46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8" name="Google Shape;10058;p46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9" name="Google Shape;10059;p46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0" name="Google Shape;10060;p46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1" name="Google Shape;10061;p46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2" name="Google Shape;10062;p46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3" name="Google Shape;10063;p46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4" name="Google Shape;10064;p46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5" name="Google Shape;10065;p46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6" name="Google Shape;10066;p46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7" name="Google Shape;10067;p46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8" name="Google Shape;10068;p46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9" name="Google Shape;10069;p46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0" name="Google Shape;10070;p46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1" name="Google Shape;10071;p46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2" name="Google Shape;10072;p46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3" name="Google Shape;10073;p46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4" name="Google Shape;10074;p46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5" name="Google Shape;10075;p46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6" name="Google Shape;10076;p46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7" name="Google Shape;10077;p46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8" name="Google Shape;10078;p46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9" name="Google Shape;10079;p46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0" name="Google Shape;10080;p46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1" name="Google Shape;10081;p46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2" name="Google Shape;10082;p46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3" name="Google Shape;10083;p46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4" name="Google Shape;10084;p46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5" name="Google Shape;10085;p46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6" name="Google Shape;10086;p46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7" name="Google Shape;10087;p46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8" name="Google Shape;10088;p46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9" name="Google Shape;10089;p46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0" name="Google Shape;10090;p46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1" name="Google Shape;10091;p46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2" name="Google Shape;10092;p46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3" name="Google Shape;10093;p46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4" name="Google Shape;10094;p46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5" name="Google Shape;10095;p46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6" name="Google Shape;10096;p46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7" name="Google Shape;10097;p46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8" name="Google Shape;10098;p46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9" name="Google Shape;10099;p46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0" name="Google Shape;10100;p46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01" name="Google Shape;10101;p46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10102" name="Google Shape;10102;p46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3" name="Google Shape;10103;p46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4" name="Google Shape;10104;p46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5" name="Google Shape;10105;p46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6" name="Google Shape;10106;p46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7" name="Google Shape;10107;p46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8" name="Google Shape;10108;p46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9" name="Google Shape;10109;p46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0" name="Google Shape;10110;p46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1" name="Google Shape;10111;p46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2" name="Google Shape;10112;p46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3" name="Google Shape;10113;p46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4" name="Google Shape;10114;p46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5" name="Google Shape;10115;p46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6" name="Google Shape;10116;p46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7" name="Google Shape;10117;p46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8" name="Google Shape;10118;p46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9" name="Google Shape;10119;p46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0" name="Google Shape;10120;p46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1" name="Google Shape;10121;p46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2" name="Google Shape;10122;p46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3" name="Google Shape;10123;p46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4" name="Google Shape;10124;p46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5" name="Google Shape;10125;p46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6" name="Google Shape;10126;p46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7" name="Google Shape;10127;p46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8" name="Google Shape;10128;p46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9" name="Google Shape;10129;p46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0" name="Google Shape;10130;p46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1" name="Google Shape;10131;p46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2" name="Google Shape;10132;p46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3" name="Google Shape;10133;p46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4" name="Google Shape;10134;p46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5" name="Google Shape;10135;p46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6" name="Google Shape;10136;p46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7" name="Google Shape;10137;p46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8" name="Google Shape;10138;p46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9" name="Google Shape;10139;p46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0" name="Google Shape;10140;p46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1" name="Google Shape;10141;p46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2" name="Google Shape;10142;p46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3" name="Google Shape;10143;p46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4" name="Google Shape;10144;p46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5" name="Google Shape;10145;p46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6" name="Google Shape;10146;p46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47" name="Google Shape;10147;p46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10148" name="Google Shape;10148;p46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9" name="Google Shape;10149;p46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0" name="Google Shape;10150;p46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1" name="Google Shape;10151;p46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2" name="Google Shape;10152;p46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3" name="Google Shape;10153;p46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4" name="Google Shape;10154;p46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5" name="Google Shape;10155;p46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6" name="Google Shape;10156;p46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7" name="Google Shape;10157;p46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8" name="Google Shape;10158;p46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9" name="Google Shape;10159;p46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0" name="Google Shape;10160;p46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1" name="Google Shape;10161;p46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2" name="Google Shape;10162;p46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3" name="Google Shape;10163;p46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4" name="Google Shape;10164;p46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5" name="Google Shape;10165;p46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6" name="Google Shape;10166;p46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7" name="Google Shape;10167;p46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8" name="Google Shape;10168;p46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9" name="Google Shape;10169;p46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0" name="Google Shape;10170;p46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1" name="Google Shape;10171;p46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2" name="Google Shape;10172;p46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3" name="Google Shape;10173;p46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4" name="Google Shape;10174;p46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5" name="Google Shape;10175;p46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6" name="Google Shape;10176;p46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7" name="Google Shape;10177;p46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8" name="Google Shape;10178;p46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9" name="Google Shape;10179;p46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0" name="Google Shape;10180;p46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1" name="Google Shape;10181;p46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2" name="Google Shape;10182;p46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3" name="Google Shape;10183;p46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4" name="Google Shape;10184;p46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5" name="Google Shape;10185;p46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6" name="Google Shape;10186;p46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7" name="Google Shape;10187;p46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8" name="Google Shape;10188;p46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9" name="Google Shape;10189;p46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0" name="Google Shape;10190;p46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91" name="Google Shape;10191;p46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10192" name="Google Shape;10192;p46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3" name="Google Shape;10193;p46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4" name="Google Shape;10194;p46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5" name="Google Shape;10195;p46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6" name="Google Shape;10196;p46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7" name="Google Shape;10197;p46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8" name="Google Shape;10198;p46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9" name="Google Shape;10199;p46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0" name="Google Shape;10200;p46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1" name="Google Shape;10201;p46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2" name="Google Shape;10202;p46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3" name="Google Shape;10203;p46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4" name="Google Shape;10204;p46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5" name="Google Shape;10205;p46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6" name="Google Shape;10206;p46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7" name="Google Shape;10207;p46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8" name="Google Shape;10208;p46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9" name="Google Shape;10209;p46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0" name="Google Shape;10210;p46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1" name="Google Shape;10211;p46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2" name="Google Shape;10212;p46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3" name="Google Shape;10213;p46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4" name="Google Shape;10214;p46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5" name="Google Shape;10215;p46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6" name="Google Shape;10216;p46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7" name="Google Shape;10217;p46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8" name="Google Shape;10218;p46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9" name="Google Shape;10219;p46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0" name="Google Shape;10220;p46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1" name="Google Shape;10221;p46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2" name="Google Shape;10222;p46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3" name="Google Shape;10223;p46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4" name="Google Shape;10224;p46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5" name="Google Shape;10225;p46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6" name="Google Shape;10226;p46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7" name="Google Shape;10227;p46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8" name="Google Shape;10228;p46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9" name="Google Shape;10229;p46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0" name="Google Shape;10230;p46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1" name="Google Shape;10231;p46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2" name="Google Shape;10232;p46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33" name="Google Shape;10233;p46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10234" name="Google Shape;10234;p46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5" name="Google Shape;10235;p46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6" name="Google Shape;10236;p46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7" name="Google Shape;10237;p46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8" name="Google Shape;10238;p46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9" name="Google Shape;10239;p46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0" name="Google Shape;10240;p46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1" name="Google Shape;10241;p46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2" name="Google Shape;10242;p46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3" name="Google Shape;10243;p46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4" name="Google Shape;10244;p46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5" name="Google Shape;10245;p46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6" name="Google Shape;10246;p46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7" name="Google Shape;10247;p46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8" name="Google Shape;10248;p46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9" name="Google Shape;10249;p46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0" name="Google Shape;10250;p46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1" name="Google Shape;10251;p46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2" name="Google Shape;10252;p46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3" name="Google Shape;10253;p46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4" name="Google Shape;10254;p46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5" name="Google Shape;10255;p46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6" name="Google Shape;10256;p46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7" name="Google Shape;10257;p46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8" name="Google Shape;10258;p46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9" name="Google Shape;10259;p46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0" name="Google Shape;10260;p46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1" name="Google Shape;10261;p46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2" name="Google Shape;10262;p46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3" name="Google Shape;10263;p46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4" name="Google Shape;10264;p46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5" name="Google Shape;10265;p46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6" name="Google Shape;10266;p46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7" name="Google Shape;10267;p46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8" name="Google Shape;10268;p46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9" name="Google Shape;10269;p46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0" name="Google Shape;10270;p46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1" name="Google Shape;10271;p46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2" name="Google Shape;10272;p46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5" name="Google Shape;7745;p41"/>
          <p:cNvSpPr/>
          <p:nvPr/>
        </p:nvSpPr>
        <p:spPr>
          <a:xfrm rot="3122062">
            <a:off x="7443698" y="2784581"/>
            <a:ext cx="3047614" cy="3031373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6" name="Google Shape;7746;p41"/>
          <p:cNvSpPr/>
          <p:nvPr/>
        </p:nvSpPr>
        <p:spPr>
          <a:xfrm rot="2700000" flipH="1">
            <a:off x="3350281" y="44556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47" name="Google Shape;7747;p41"/>
          <p:cNvGrpSpPr/>
          <p:nvPr/>
        </p:nvGrpSpPr>
        <p:grpSpPr>
          <a:xfrm flipH="1">
            <a:off x="-1801965" y="2876592"/>
            <a:ext cx="4552378" cy="4582857"/>
            <a:chOff x="3819525" y="1138237"/>
            <a:chExt cx="4552378" cy="4582857"/>
          </a:xfrm>
        </p:grpSpPr>
        <p:grpSp>
          <p:nvGrpSpPr>
            <p:cNvPr id="7748" name="Google Shape;7748;p41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7749" name="Google Shape;7749;p41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0" name="Google Shape;7750;p41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1" name="Google Shape;7751;p41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2" name="Google Shape;7752;p41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3" name="Google Shape;7753;p41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4" name="Google Shape;7754;p41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5" name="Google Shape;7755;p41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6" name="Google Shape;7756;p41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7" name="Google Shape;7757;p41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8" name="Google Shape;7758;p41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9" name="Google Shape;7759;p41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0" name="Google Shape;7760;p41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1" name="Google Shape;7761;p41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2" name="Google Shape;7762;p41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3" name="Google Shape;7763;p41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4" name="Google Shape;7764;p41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5" name="Google Shape;7765;p41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6" name="Google Shape;7766;p41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7" name="Google Shape;7767;p41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8" name="Google Shape;7768;p41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9" name="Google Shape;7769;p41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0" name="Google Shape;7770;p41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1" name="Google Shape;7771;p41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2" name="Google Shape;7772;p41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3" name="Google Shape;7773;p41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4" name="Google Shape;7774;p41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5" name="Google Shape;7775;p41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6" name="Google Shape;7776;p41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7" name="Google Shape;7777;p41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8" name="Google Shape;7778;p41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9" name="Google Shape;7779;p41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0" name="Google Shape;7780;p41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1" name="Google Shape;7781;p41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2" name="Google Shape;7782;p41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3" name="Google Shape;7783;p41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4" name="Google Shape;7784;p41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5" name="Google Shape;7785;p41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6" name="Google Shape;7786;p41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7" name="Google Shape;7787;p41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8" name="Google Shape;7788;p41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9" name="Google Shape;7789;p41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0" name="Google Shape;7790;p41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1" name="Google Shape;7791;p41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2" name="Google Shape;7792;p41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3" name="Google Shape;7793;p41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4" name="Google Shape;7794;p41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5" name="Google Shape;7795;p41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6" name="Google Shape;7796;p41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7" name="Google Shape;7797;p41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8" name="Google Shape;7798;p41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9" name="Google Shape;7799;p41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0" name="Google Shape;7800;p41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1" name="Google Shape;7801;p41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2" name="Google Shape;7802;p41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3" name="Google Shape;7803;p41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4" name="Google Shape;7804;p41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5" name="Google Shape;7805;p41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6" name="Google Shape;7806;p41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7807" name="Google Shape;7807;p41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8" name="Google Shape;7808;p41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9" name="Google Shape;7809;p41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0" name="Google Shape;7810;p41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1" name="Google Shape;7811;p41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2" name="Google Shape;7812;p41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3" name="Google Shape;7813;p41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4" name="Google Shape;7814;p41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5" name="Google Shape;7815;p41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6" name="Google Shape;7816;p41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7" name="Google Shape;7817;p41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8" name="Google Shape;7818;p41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9" name="Google Shape;7819;p41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0" name="Google Shape;7820;p41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1" name="Google Shape;7821;p41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2" name="Google Shape;7822;p41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3" name="Google Shape;7823;p41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4" name="Google Shape;7824;p41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5" name="Google Shape;7825;p41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6" name="Google Shape;7826;p41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7" name="Google Shape;7827;p41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8" name="Google Shape;7828;p41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9" name="Google Shape;7829;p41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0" name="Google Shape;7830;p41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1" name="Google Shape;7831;p41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2" name="Google Shape;7832;p41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3" name="Google Shape;7833;p41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4" name="Google Shape;7834;p41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5" name="Google Shape;7835;p41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6" name="Google Shape;7836;p41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7" name="Google Shape;7837;p41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8" name="Google Shape;7838;p41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9" name="Google Shape;7839;p41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0" name="Google Shape;7840;p41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1" name="Google Shape;7841;p41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2" name="Google Shape;7842;p41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3" name="Google Shape;7843;p41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4" name="Google Shape;7844;p41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5" name="Google Shape;7845;p41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6" name="Google Shape;7846;p41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7" name="Google Shape;7847;p41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8" name="Google Shape;7848;p41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9" name="Google Shape;7849;p41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0" name="Google Shape;7850;p41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1" name="Google Shape;7851;p41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2" name="Google Shape;7852;p41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3" name="Google Shape;7853;p41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4" name="Google Shape;7854;p41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5" name="Google Shape;7855;p41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6" name="Google Shape;7856;p41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7" name="Google Shape;7857;p41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8" name="Google Shape;7858;p41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9" name="Google Shape;7859;p41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0" name="Google Shape;7860;p41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1" name="Google Shape;7861;p41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2" name="Google Shape;7862;p41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7863" name="Google Shape;7863;p41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4" name="Google Shape;7864;p41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5" name="Google Shape;7865;p41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6" name="Google Shape;7866;p41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7" name="Google Shape;7867;p41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8" name="Google Shape;7868;p41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9" name="Google Shape;7869;p41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0" name="Google Shape;7870;p41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1" name="Google Shape;7871;p41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2" name="Google Shape;7872;p41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3" name="Google Shape;7873;p41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4" name="Google Shape;7874;p41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5" name="Google Shape;7875;p41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6" name="Google Shape;7876;p41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7" name="Google Shape;7877;p41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8" name="Google Shape;7878;p41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9" name="Google Shape;7879;p41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0" name="Google Shape;7880;p41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1" name="Google Shape;7881;p41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2" name="Google Shape;7882;p41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3" name="Google Shape;7883;p41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4" name="Google Shape;7884;p41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5" name="Google Shape;7885;p41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6" name="Google Shape;7886;p41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7" name="Google Shape;7887;p41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8" name="Google Shape;7888;p41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9" name="Google Shape;7889;p41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0" name="Google Shape;7890;p41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1" name="Google Shape;7891;p41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2" name="Google Shape;7892;p41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3" name="Google Shape;7893;p41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4" name="Google Shape;7894;p41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5" name="Google Shape;7895;p41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6" name="Google Shape;7896;p41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7" name="Google Shape;7897;p41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8" name="Google Shape;7898;p41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9" name="Google Shape;7899;p41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0" name="Google Shape;7900;p41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1" name="Google Shape;7901;p41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2" name="Google Shape;7902;p41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3" name="Google Shape;7903;p41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4" name="Google Shape;7904;p41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5" name="Google Shape;7905;p41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6" name="Google Shape;7906;p41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7" name="Google Shape;7907;p41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8" name="Google Shape;7908;p41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9" name="Google Shape;7909;p41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0" name="Google Shape;7910;p41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1" name="Google Shape;7911;p41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2" name="Google Shape;7912;p41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3" name="Google Shape;7913;p41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4" name="Google Shape;7914;p41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5" name="Google Shape;7915;p41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16" name="Google Shape;7916;p41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7917" name="Google Shape;7917;p41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8" name="Google Shape;7918;p41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9" name="Google Shape;7919;p41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0" name="Google Shape;7920;p41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1" name="Google Shape;7921;p41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2" name="Google Shape;7922;p41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3" name="Google Shape;7923;p41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4" name="Google Shape;7924;p41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5" name="Google Shape;7925;p41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6" name="Google Shape;7926;p41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7" name="Google Shape;7927;p41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8" name="Google Shape;7928;p41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9" name="Google Shape;7929;p41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0" name="Google Shape;7930;p41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1" name="Google Shape;7931;p41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2" name="Google Shape;7932;p41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3" name="Google Shape;7933;p41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4" name="Google Shape;7934;p41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5" name="Google Shape;7935;p41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6" name="Google Shape;7936;p41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7" name="Google Shape;7937;p41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8" name="Google Shape;7938;p41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9" name="Google Shape;7939;p41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0" name="Google Shape;7940;p41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1" name="Google Shape;7941;p41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2" name="Google Shape;7942;p41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3" name="Google Shape;7943;p41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4" name="Google Shape;7944;p41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5" name="Google Shape;7945;p41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6" name="Google Shape;7946;p41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7" name="Google Shape;7947;p41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8" name="Google Shape;7948;p41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9" name="Google Shape;7949;p41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0" name="Google Shape;7950;p41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1" name="Google Shape;7951;p41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2" name="Google Shape;7952;p41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3" name="Google Shape;7953;p41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4" name="Google Shape;7954;p41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5" name="Google Shape;7955;p41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6" name="Google Shape;7956;p41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7" name="Google Shape;7957;p41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8" name="Google Shape;7958;p41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9" name="Google Shape;7959;p41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0" name="Google Shape;7960;p41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1" name="Google Shape;7961;p41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2" name="Google Shape;7962;p41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3" name="Google Shape;7963;p41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4" name="Google Shape;7964;p41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5" name="Google Shape;7965;p41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6" name="Google Shape;7966;p41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7" name="Google Shape;7967;p41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8" name="Google Shape;7968;p41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7969" name="Google Shape;7969;p41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0" name="Google Shape;7970;p41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1" name="Google Shape;7971;p41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2" name="Google Shape;7972;p41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3" name="Google Shape;7973;p41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4" name="Google Shape;7974;p41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5" name="Google Shape;7975;p41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6" name="Google Shape;7976;p41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7" name="Google Shape;7977;p41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8" name="Google Shape;7978;p41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9" name="Google Shape;7979;p41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0" name="Google Shape;7980;p41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1" name="Google Shape;7981;p41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2" name="Google Shape;7982;p41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3" name="Google Shape;7983;p41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4" name="Google Shape;7984;p41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5" name="Google Shape;7985;p41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6" name="Google Shape;7986;p41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7" name="Google Shape;7987;p41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8" name="Google Shape;7988;p41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9" name="Google Shape;7989;p41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0" name="Google Shape;7990;p41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1" name="Google Shape;7991;p41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2" name="Google Shape;7992;p41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3" name="Google Shape;7993;p41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4" name="Google Shape;7994;p41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5" name="Google Shape;7995;p41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6" name="Google Shape;7996;p41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7" name="Google Shape;7997;p41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8" name="Google Shape;7998;p41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9" name="Google Shape;7999;p41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0" name="Google Shape;8000;p41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1" name="Google Shape;8001;p41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2" name="Google Shape;8002;p41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3" name="Google Shape;8003;p41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4" name="Google Shape;8004;p41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5" name="Google Shape;8005;p41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6" name="Google Shape;8006;p41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7" name="Google Shape;8007;p41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8" name="Google Shape;8008;p41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9" name="Google Shape;8009;p41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0" name="Google Shape;8010;p41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1" name="Google Shape;8011;p41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2" name="Google Shape;8012;p41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3" name="Google Shape;8013;p41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4" name="Google Shape;8014;p41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5" name="Google Shape;8015;p41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6" name="Google Shape;8016;p41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7" name="Google Shape;8017;p41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18" name="Google Shape;8018;p41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8019" name="Google Shape;8019;p41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0" name="Google Shape;8020;p41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1" name="Google Shape;8021;p41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2" name="Google Shape;8022;p41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3" name="Google Shape;8023;p41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4" name="Google Shape;8024;p41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5" name="Google Shape;8025;p41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6" name="Google Shape;8026;p41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7" name="Google Shape;8027;p41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8" name="Google Shape;8028;p41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9" name="Google Shape;8029;p41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0" name="Google Shape;8030;p41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1" name="Google Shape;8031;p41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2" name="Google Shape;8032;p41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3" name="Google Shape;8033;p41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4" name="Google Shape;8034;p41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5" name="Google Shape;8035;p41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6" name="Google Shape;8036;p41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7" name="Google Shape;8037;p41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8" name="Google Shape;8038;p41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9" name="Google Shape;8039;p41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0" name="Google Shape;8040;p41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1" name="Google Shape;8041;p41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2" name="Google Shape;8042;p41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3" name="Google Shape;8043;p41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4" name="Google Shape;8044;p41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5" name="Google Shape;8045;p41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6" name="Google Shape;8046;p41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7" name="Google Shape;8047;p41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8" name="Google Shape;8048;p41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9" name="Google Shape;8049;p41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0" name="Google Shape;8050;p41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1" name="Google Shape;8051;p41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2" name="Google Shape;8052;p41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3" name="Google Shape;8053;p41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4" name="Google Shape;8054;p41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5" name="Google Shape;8055;p41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6" name="Google Shape;8056;p41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7" name="Google Shape;8057;p41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8" name="Google Shape;8058;p41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9" name="Google Shape;8059;p41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0" name="Google Shape;8060;p41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1" name="Google Shape;8061;p41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2" name="Google Shape;8062;p41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3" name="Google Shape;8063;p41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4" name="Google Shape;8064;p41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5" name="Google Shape;8065;p41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66" name="Google Shape;8066;p41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8067" name="Google Shape;8067;p41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8" name="Google Shape;8068;p41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9" name="Google Shape;8069;p41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0" name="Google Shape;8070;p41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1" name="Google Shape;8071;p41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2" name="Google Shape;8072;p41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3" name="Google Shape;8073;p41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4" name="Google Shape;8074;p41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5" name="Google Shape;8075;p41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6" name="Google Shape;8076;p41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7" name="Google Shape;8077;p41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8" name="Google Shape;8078;p41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9" name="Google Shape;8079;p41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0" name="Google Shape;8080;p41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1" name="Google Shape;8081;p41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2" name="Google Shape;8082;p41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3" name="Google Shape;8083;p41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4" name="Google Shape;8084;p41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5" name="Google Shape;8085;p41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6" name="Google Shape;8086;p41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7" name="Google Shape;8087;p41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8" name="Google Shape;8088;p41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9" name="Google Shape;8089;p41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0" name="Google Shape;8090;p41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1" name="Google Shape;8091;p41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2" name="Google Shape;8092;p41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3" name="Google Shape;8093;p41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4" name="Google Shape;8094;p41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5" name="Google Shape;8095;p41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6" name="Google Shape;8096;p41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7" name="Google Shape;8097;p41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8" name="Google Shape;8098;p41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9" name="Google Shape;8099;p41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0" name="Google Shape;8100;p41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1" name="Google Shape;8101;p41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2" name="Google Shape;8102;p41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3" name="Google Shape;8103;p41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4" name="Google Shape;8104;p41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5" name="Google Shape;8105;p41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6" name="Google Shape;8106;p41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7" name="Google Shape;8107;p41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8" name="Google Shape;8108;p41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9" name="Google Shape;8109;p41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0" name="Google Shape;8110;p41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1" name="Google Shape;8111;p41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2" name="Google Shape;8112;p41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8113" name="Google Shape;8113;p41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4" name="Google Shape;8114;p41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5" name="Google Shape;8115;p41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6" name="Google Shape;8116;p41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7" name="Google Shape;8117;p41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8" name="Google Shape;8118;p41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9" name="Google Shape;8119;p41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0" name="Google Shape;8120;p41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1" name="Google Shape;8121;p41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2" name="Google Shape;8122;p41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3" name="Google Shape;8123;p41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4" name="Google Shape;8124;p41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5" name="Google Shape;8125;p41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6" name="Google Shape;8126;p41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7" name="Google Shape;8127;p41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8" name="Google Shape;8128;p41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9" name="Google Shape;8129;p41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0" name="Google Shape;8130;p41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1" name="Google Shape;8131;p41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2" name="Google Shape;8132;p41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3" name="Google Shape;8133;p41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4" name="Google Shape;8134;p41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5" name="Google Shape;8135;p41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6" name="Google Shape;8136;p41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7" name="Google Shape;8137;p41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8" name="Google Shape;8138;p41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9" name="Google Shape;8139;p41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0" name="Google Shape;8140;p41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1" name="Google Shape;8141;p41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2" name="Google Shape;8142;p41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3" name="Google Shape;8143;p41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4" name="Google Shape;8144;p41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5" name="Google Shape;8145;p41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6" name="Google Shape;8146;p41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7" name="Google Shape;8147;p41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8" name="Google Shape;8148;p41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9" name="Google Shape;8149;p41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0" name="Google Shape;8150;p41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1" name="Google Shape;8151;p41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2" name="Google Shape;8152;p41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3" name="Google Shape;8153;p41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4" name="Google Shape;8154;p41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5" name="Google Shape;8155;p41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56" name="Google Shape;8156;p41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8157" name="Google Shape;8157;p41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8" name="Google Shape;8158;p41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9" name="Google Shape;8159;p41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0" name="Google Shape;8160;p41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1" name="Google Shape;8161;p41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2" name="Google Shape;8162;p41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3" name="Google Shape;8163;p41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4" name="Google Shape;8164;p41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5" name="Google Shape;8165;p41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6" name="Google Shape;8166;p41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7" name="Google Shape;8167;p41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8" name="Google Shape;8168;p41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9" name="Google Shape;8169;p41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0" name="Google Shape;8170;p41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1" name="Google Shape;8171;p41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2" name="Google Shape;8172;p41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3" name="Google Shape;8173;p41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4" name="Google Shape;8174;p41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5" name="Google Shape;8175;p41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6" name="Google Shape;8176;p41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7" name="Google Shape;8177;p41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8" name="Google Shape;8178;p41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9" name="Google Shape;8179;p41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0" name="Google Shape;8180;p41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1" name="Google Shape;8181;p41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2" name="Google Shape;8182;p41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3" name="Google Shape;8183;p41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4" name="Google Shape;8184;p41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5" name="Google Shape;8185;p41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6" name="Google Shape;8186;p41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7" name="Google Shape;8187;p41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8" name="Google Shape;8188;p41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9" name="Google Shape;8189;p41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0" name="Google Shape;8190;p41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1" name="Google Shape;8191;p41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2" name="Google Shape;8192;p41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3" name="Google Shape;8193;p41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4" name="Google Shape;8194;p41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5" name="Google Shape;8195;p41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6" name="Google Shape;8196;p41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7" name="Google Shape;8197;p41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98" name="Google Shape;8198;p41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8199" name="Google Shape;8199;p41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0" name="Google Shape;8200;p41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1" name="Google Shape;8201;p41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2" name="Google Shape;8202;p41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3" name="Google Shape;8203;p41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4" name="Google Shape;8204;p41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5" name="Google Shape;8205;p41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6" name="Google Shape;8206;p41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7" name="Google Shape;8207;p41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8" name="Google Shape;8208;p41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9" name="Google Shape;8209;p41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0" name="Google Shape;8210;p41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1" name="Google Shape;8211;p41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2" name="Google Shape;8212;p41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3" name="Google Shape;8213;p41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4" name="Google Shape;8214;p41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5" name="Google Shape;8215;p41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6" name="Google Shape;8216;p41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7" name="Google Shape;8217;p41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8" name="Google Shape;8218;p41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9" name="Google Shape;8219;p41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0" name="Google Shape;8220;p41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1" name="Google Shape;8221;p41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2" name="Google Shape;8222;p41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3" name="Google Shape;8223;p41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4" name="Google Shape;8224;p41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5" name="Google Shape;8225;p41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6" name="Google Shape;8226;p41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7" name="Google Shape;8227;p41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8" name="Google Shape;8228;p41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9" name="Google Shape;8229;p41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0" name="Google Shape;8230;p41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1" name="Google Shape;8231;p41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2" name="Google Shape;8232;p41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3" name="Google Shape;8233;p41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4" name="Google Shape;8234;p41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5" name="Google Shape;8235;p41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6" name="Google Shape;8236;p41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7" name="Google Shape;8237;p41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" name="Рисунок 4" descr="Изображение выглядит как текст, электроника, компьютер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A1FF3B-104F-6811-1A79-797CE4888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03" y="155140"/>
            <a:ext cx="8292394" cy="48332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7" name="Google Shape;10277;p47"/>
          <p:cNvSpPr txBox="1">
            <a:spLocks noGrp="1"/>
          </p:cNvSpPr>
          <p:nvPr>
            <p:ph type="title"/>
          </p:nvPr>
        </p:nvSpPr>
        <p:spPr>
          <a:xfrm>
            <a:off x="949124" y="762293"/>
            <a:ext cx="7245752" cy="98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dirty="0"/>
              <a:t>Итоги и перспективы</a:t>
            </a:r>
            <a:endParaRPr sz="4800" dirty="0"/>
          </a:p>
        </p:txBody>
      </p:sp>
      <p:sp>
        <p:nvSpPr>
          <p:cNvPr id="10295" name="Google Shape;10295;p47"/>
          <p:cNvSpPr/>
          <p:nvPr/>
        </p:nvSpPr>
        <p:spPr>
          <a:xfrm rot="409828">
            <a:off x="7655097" y="1705452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96" name="Google Shape;10296;p47"/>
          <p:cNvGrpSpPr/>
          <p:nvPr/>
        </p:nvGrpSpPr>
        <p:grpSpPr>
          <a:xfrm rot="-286675">
            <a:off x="-1235023" y="-961753"/>
            <a:ext cx="4552720" cy="4583202"/>
            <a:chOff x="3819525" y="1138237"/>
            <a:chExt cx="4552378" cy="4582857"/>
          </a:xfrm>
        </p:grpSpPr>
        <p:grpSp>
          <p:nvGrpSpPr>
            <p:cNvPr id="10297" name="Google Shape;10297;p47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10298" name="Google Shape;10298;p47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9" name="Google Shape;10299;p47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0" name="Google Shape;10300;p47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1" name="Google Shape;10301;p47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2" name="Google Shape;10302;p47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3" name="Google Shape;10303;p47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4" name="Google Shape;10304;p47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5" name="Google Shape;10305;p47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6" name="Google Shape;10306;p47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7" name="Google Shape;10307;p47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8" name="Google Shape;10308;p47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9" name="Google Shape;10309;p47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0" name="Google Shape;10310;p47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1" name="Google Shape;10311;p47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2" name="Google Shape;10312;p47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3" name="Google Shape;10313;p47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4" name="Google Shape;10314;p47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5" name="Google Shape;10315;p47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6" name="Google Shape;10316;p47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7" name="Google Shape;10317;p47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8" name="Google Shape;10318;p47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9" name="Google Shape;10319;p47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0" name="Google Shape;10320;p47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1" name="Google Shape;10321;p47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2" name="Google Shape;10322;p47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3" name="Google Shape;10323;p47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4" name="Google Shape;10324;p47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5" name="Google Shape;10325;p47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6" name="Google Shape;10326;p47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7" name="Google Shape;10327;p47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8" name="Google Shape;10328;p47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9" name="Google Shape;10329;p47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0" name="Google Shape;10330;p47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1" name="Google Shape;10331;p47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2" name="Google Shape;10332;p47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3" name="Google Shape;10333;p47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4" name="Google Shape;10334;p47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5" name="Google Shape;10335;p47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6" name="Google Shape;10336;p47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7" name="Google Shape;10337;p47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8" name="Google Shape;10338;p47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9" name="Google Shape;10339;p47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0" name="Google Shape;10340;p47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1" name="Google Shape;10341;p47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2" name="Google Shape;10342;p47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3" name="Google Shape;10343;p47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4" name="Google Shape;10344;p47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5" name="Google Shape;10345;p47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6" name="Google Shape;10346;p47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7" name="Google Shape;10347;p47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8" name="Google Shape;10348;p47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9" name="Google Shape;10349;p47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0" name="Google Shape;10350;p47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1" name="Google Shape;10351;p47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2" name="Google Shape;10352;p47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3" name="Google Shape;10353;p47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4" name="Google Shape;10354;p47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55" name="Google Shape;10355;p47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10356" name="Google Shape;10356;p47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7" name="Google Shape;10357;p47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8" name="Google Shape;10358;p47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9" name="Google Shape;10359;p47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0" name="Google Shape;10360;p47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1" name="Google Shape;10361;p47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2" name="Google Shape;10362;p47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3" name="Google Shape;10363;p47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4" name="Google Shape;10364;p47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5" name="Google Shape;10365;p47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6" name="Google Shape;10366;p47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7" name="Google Shape;10367;p47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8" name="Google Shape;10368;p47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9" name="Google Shape;10369;p47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0" name="Google Shape;10370;p47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1" name="Google Shape;10371;p47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2" name="Google Shape;10372;p47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3" name="Google Shape;10373;p47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4" name="Google Shape;10374;p47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5" name="Google Shape;10375;p47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6" name="Google Shape;10376;p47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7" name="Google Shape;10377;p47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8" name="Google Shape;10378;p47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9" name="Google Shape;10379;p47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0" name="Google Shape;10380;p47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1" name="Google Shape;10381;p47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2" name="Google Shape;10382;p47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3" name="Google Shape;10383;p47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4" name="Google Shape;10384;p47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5" name="Google Shape;10385;p47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6" name="Google Shape;10386;p47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7" name="Google Shape;10387;p47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8" name="Google Shape;10388;p47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9" name="Google Shape;10389;p47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0" name="Google Shape;10390;p47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1" name="Google Shape;10391;p47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2" name="Google Shape;10392;p47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3" name="Google Shape;10393;p47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4" name="Google Shape;10394;p47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5" name="Google Shape;10395;p47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6" name="Google Shape;10396;p47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7" name="Google Shape;10397;p47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8" name="Google Shape;10398;p47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9" name="Google Shape;10399;p47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0" name="Google Shape;10400;p47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1" name="Google Shape;10401;p47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2" name="Google Shape;10402;p47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3" name="Google Shape;10403;p47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4" name="Google Shape;10404;p47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5" name="Google Shape;10405;p47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6" name="Google Shape;10406;p47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7" name="Google Shape;10407;p47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8" name="Google Shape;10408;p47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9" name="Google Shape;10409;p47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0" name="Google Shape;10410;p47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11" name="Google Shape;10411;p47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10412" name="Google Shape;10412;p47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3" name="Google Shape;10413;p47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4" name="Google Shape;10414;p47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5" name="Google Shape;10415;p47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6" name="Google Shape;10416;p47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7" name="Google Shape;10417;p47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8" name="Google Shape;10418;p47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9" name="Google Shape;10419;p47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0" name="Google Shape;10420;p47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1" name="Google Shape;10421;p47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2" name="Google Shape;10422;p47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3" name="Google Shape;10423;p47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4" name="Google Shape;10424;p47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5" name="Google Shape;10425;p47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6" name="Google Shape;10426;p47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7" name="Google Shape;10427;p47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8" name="Google Shape;10428;p47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9" name="Google Shape;10429;p47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0" name="Google Shape;10430;p47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1" name="Google Shape;10431;p47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2" name="Google Shape;10432;p47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3" name="Google Shape;10433;p47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4" name="Google Shape;10434;p47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5" name="Google Shape;10435;p47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6" name="Google Shape;10436;p47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7" name="Google Shape;10437;p47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8" name="Google Shape;10438;p47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9" name="Google Shape;10439;p47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0" name="Google Shape;10440;p47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1" name="Google Shape;10441;p47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2" name="Google Shape;10442;p47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3" name="Google Shape;10443;p47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4" name="Google Shape;10444;p47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5" name="Google Shape;10445;p47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6" name="Google Shape;10446;p47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7" name="Google Shape;10447;p47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8" name="Google Shape;10448;p47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9" name="Google Shape;10449;p47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0" name="Google Shape;10450;p47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1" name="Google Shape;10451;p47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2" name="Google Shape;10452;p47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3" name="Google Shape;10453;p47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4" name="Google Shape;10454;p47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5" name="Google Shape;10455;p47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6" name="Google Shape;10456;p47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7" name="Google Shape;10457;p47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8" name="Google Shape;10458;p47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9" name="Google Shape;10459;p47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0" name="Google Shape;10460;p47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1" name="Google Shape;10461;p47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2" name="Google Shape;10462;p47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3" name="Google Shape;10463;p47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4" name="Google Shape;10464;p47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65" name="Google Shape;10465;p47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10466" name="Google Shape;10466;p47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7" name="Google Shape;10467;p47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8" name="Google Shape;10468;p47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9" name="Google Shape;10469;p47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0" name="Google Shape;10470;p47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1" name="Google Shape;10471;p47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2" name="Google Shape;10472;p47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3" name="Google Shape;10473;p47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4" name="Google Shape;10474;p47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5" name="Google Shape;10475;p47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6" name="Google Shape;10476;p47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7" name="Google Shape;10477;p47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8" name="Google Shape;10478;p47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9" name="Google Shape;10479;p47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0" name="Google Shape;10480;p47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1" name="Google Shape;10481;p47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2" name="Google Shape;10482;p47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3" name="Google Shape;10483;p47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4" name="Google Shape;10484;p47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5" name="Google Shape;10485;p47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6" name="Google Shape;10486;p47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7" name="Google Shape;10487;p47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8" name="Google Shape;10488;p47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9" name="Google Shape;10489;p47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0" name="Google Shape;10490;p47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1" name="Google Shape;10491;p47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2" name="Google Shape;10492;p47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3" name="Google Shape;10493;p47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4" name="Google Shape;10494;p47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5" name="Google Shape;10495;p47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6" name="Google Shape;10496;p47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7" name="Google Shape;10497;p47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8" name="Google Shape;10498;p47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9" name="Google Shape;10499;p47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0" name="Google Shape;10500;p47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1" name="Google Shape;10501;p47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2" name="Google Shape;10502;p47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3" name="Google Shape;10503;p47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4" name="Google Shape;10504;p47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5" name="Google Shape;10505;p47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6" name="Google Shape;10506;p47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7" name="Google Shape;10507;p47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8" name="Google Shape;10508;p47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9" name="Google Shape;10509;p47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0" name="Google Shape;10510;p47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1" name="Google Shape;10511;p47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2" name="Google Shape;10512;p47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3" name="Google Shape;10513;p47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4" name="Google Shape;10514;p47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5" name="Google Shape;10515;p47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6" name="Google Shape;10516;p47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17" name="Google Shape;10517;p47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10518" name="Google Shape;10518;p47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9" name="Google Shape;10519;p47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0" name="Google Shape;10520;p47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1" name="Google Shape;10521;p47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2" name="Google Shape;10522;p47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3" name="Google Shape;10523;p47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4" name="Google Shape;10524;p47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5" name="Google Shape;10525;p47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6" name="Google Shape;10526;p47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7" name="Google Shape;10527;p47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8" name="Google Shape;10528;p47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9" name="Google Shape;10529;p47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0" name="Google Shape;10530;p47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1" name="Google Shape;10531;p47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2" name="Google Shape;10532;p47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3" name="Google Shape;10533;p47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4" name="Google Shape;10534;p47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5" name="Google Shape;10535;p47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6" name="Google Shape;10536;p47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7" name="Google Shape;10537;p47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8" name="Google Shape;10538;p47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9" name="Google Shape;10539;p47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0" name="Google Shape;10540;p47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1" name="Google Shape;10541;p47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2" name="Google Shape;10542;p47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3" name="Google Shape;10543;p47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4" name="Google Shape;10544;p47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5" name="Google Shape;10545;p47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6" name="Google Shape;10546;p47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7" name="Google Shape;10547;p47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8" name="Google Shape;10548;p47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9" name="Google Shape;10549;p47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0" name="Google Shape;10550;p47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1" name="Google Shape;10551;p47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2" name="Google Shape;10552;p47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3" name="Google Shape;10553;p47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4" name="Google Shape;10554;p47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5" name="Google Shape;10555;p47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6" name="Google Shape;10556;p47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7" name="Google Shape;10557;p47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8" name="Google Shape;10558;p47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9" name="Google Shape;10559;p47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0" name="Google Shape;10560;p47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1" name="Google Shape;10561;p47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2" name="Google Shape;10562;p47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3" name="Google Shape;10563;p47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4" name="Google Shape;10564;p47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5" name="Google Shape;10565;p47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6" name="Google Shape;10566;p47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67" name="Google Shape;10567;p47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10568" name="Google Shape;10568;p47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9" name="Google Shape;10569;p47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0" name="Google Shape;10570;p47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1" name="Google Shape;10571;p47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2" name="Google Shape;10572;p47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3" name="Google Shape;10573;p47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4" name="Google Shape;10574;p47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5" name="Google Shape;10575;p47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6" name="Google Shape;10576;p47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7" name="Google Shape;10577;p47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8" name="Google Shape;10578;p47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9" name="Google Shape;10579;p47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0" name="Google Shape;10580;p47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1" name="Google Shape;10581;p47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2" name="Google Shape;10582;p47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3" name="Google Shape;10583;p47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4" name="Google Shape;10584;p47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5" name="Google Shape;10585;p47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6" name="Google Shape;10586;p47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7" name="Google Shape;10587;p47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8" name="Google Shape;10588;p47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9" name="Google Shape;10589;p47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0" name="Google Shape;10590;p47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1" name="Google Shape;10591;p47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2" name="Google Shape;10592;p47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3" name="Google Shape;10593;p47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4" name="Google Shape;10594;p47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5" name="Google Shape;10595;p47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6" name="Google Shape;10596;p47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7" name="Google Shape;10597;p47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8" name="Google Shape;10598;p47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9" name="Google Shape;10599;p47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0" name="Google Shape;10600;p47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1" name="Google Shape;10601;p47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2" name="Google Shape;10602;p47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3" name="Google Shape;10603;p47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4" name="Google Shape;10604;p47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5" name="Google Shape;10605;p47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6" name="Google Shape;10606;p47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7" name="Google Shape;10607;p47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8" name="Google Shape;10608;p47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9" name="Google Shape;10609;p47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0" name="Google Shape;10610;p47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1" name="Google Shape;10611;p47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2" name="Google Shape;10612;p47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3" name="Google Shape;10613;p47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4" name="Google Shape;10614;p47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15" name="Google Shape;10615;p47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10616" name="Google Shape;10616;p47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7" name="Google Shape;10617;p47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8" name="Google Shape;10618;p47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9" name="Google Shape;10619;p47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0" name="Google Shape;10620;p47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1" name="Google Shape;10621;p47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2" name="Google Shape;10622;p47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3" name="Google Shape;10623;p47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4" name="Google Shape;10624;p47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5" name="Google Shape;10625;p47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6" name="Google Shape;10626;p47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7" name="Google Shape;10627;p47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8" name="Google Shape;10628;p47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9" name="Google Shape;10629;p47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0" name="Google Shape;10630;p47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1" name="Google Shape;10631;p47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2" name="Google Shape;10632;p47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3" name="Google Shape;10633;p47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4" name="Google Shape;10634;p47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5" name="Google Shape;10635;p47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6" name="Google Shape;10636;p47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7" name="Google Shape;10637;p47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8" name="Google Shape;10638;p47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9" name="Google Shape;10639;p47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0" name="Google Shape;10640;p47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1" name="Google Shape;10641;p47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2" name="Google Shape;10642;p47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3" name="Google Shape;10643;p47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4" name="Google Shape;10644;p47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5" name="Google Shape;10645;p47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6" name="Google Shape;10646;p47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7" name="Google Shape;10647;p47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8" name="Google Shape;10648;p47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9" name="Google Shape;10649;p47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0" name="Google Shape;10650;p47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1" name="Google Shape;10651;p47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2" name="Google Shape;10652;p47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3" name="Google Shape;10653;p47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4" name="Google Shape;10654;p47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5" name="Google Shape;10655;p47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6" name="Google Shape;10656;p47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7" name="Google Shape;10657;p47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8" name="Google Shape;10658;p47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9" name="Google Shape;10659;p47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0" name="Google Shape;10660;p47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1" name="Google Shape;10661;p47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10662" name="Google Shape;10662;p47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3" name="Google Shape;10663;p47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4" name="Google Shape;10664;p47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5" name="Google Shape;10665;p47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6" name="Google Shape;10666;p47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7" name="Google Shape;10667;p47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8" name="Google Shape;10668;p47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9" name="Google Shape;10669;p47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0" name="Google Shape;10670;p47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1" name="Google Shape;10671;p47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2" name="Google Shape;10672;p47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3" name="Google Shape;10673;p47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4" name="Google Shape;10674;p47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5" name="Google Shape;10675;p47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6" name="Google Shape;10676;p47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7" name="Google Shape;10677;p47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8" name="Google Shape;10678;p47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9" name="Google Shape;10679;p47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0" name="Google Shape;10680;p47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1" name="Google Shape;10681;p47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2" name="Google Shape;10682;p47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3" name="Google Shape;10683;p47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4" name="Google Shape;10684;p47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5" name="Google Shape;10685;p47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6" name="Google Shape;10686;p47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7" name="Google Shape;10687;p47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8" name="Google Shape;10688;p47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9" name="Google Shape;10689;p47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0" name="Google Shape;10690;p47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1" name="Google Shape;10691;p47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2" name="Google Shape;10692;p47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3" name="Google Shape;10693;p47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4" name="Google Shape;10694;p47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5" name="Google Shape;10695;p47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6" name="Google Shape;10696;p47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7" name="Google Shape;10697;p47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8" name="Google Shape;10698;p47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9" name="Google Shape;10699;p47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0" name="Google Shape;10700;p47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1" name="Google Shape;10701;p47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2" name="Google Shape;10702;p47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3" name="Google Shape;10703;p47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4" name="Google Shape;10704;p47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05" name="Google Shape;10705;p47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10706" name="Google Shape;10706;p47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7" name="Google Shape;10707;p47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8" name="Google Shape;10708;p47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9" name="Google Shape;10709;p47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0" name="Google Shape;10710;p47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1" name="Google Shape;10711;p47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2" name="Google Shape;10712;p47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3" name="Google Shape;10713;p47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4" name="Google Shape;10714;p47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5" name="Google Shape;10715;p47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6" name="Google Shape;10716;p47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7" name="Google Shape;10717;p47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8" name="Google Shape;10718;p47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9" name="Google Shape;10719;p47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0" name="Google Shape;10720;p47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1" name="Google Shape;10721;p47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2" name="Google Shape;10722;p47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3" name="Google Shape;10723;p47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4" name="Google Shape;10724;p47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5" name="Google Shape;10725;p47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6" name="Google Shape;10726;p47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7" name="Google Shape;10727;p47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8" name="Google Shape;10728;p47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9" name="Google Shape;10729;p47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0" name="Google Shape;10730;p47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1" name="Google Shape;10731;p47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2" name="Google Shape;10732;p47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3" name="Google Shape;10733;p47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4" name="Google Shape;10734;p47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5" name="Google Shape;10735;p47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6" name="Google Shape;10736;p47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7" name="Google Shape;10737;p47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8" name="Google Shape;10738;p47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9" name="Google Shape;10739;p47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0" name="Google Shape;10740;p47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1" name="Google Shape;10741;p47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2" name="Google Shape;10742;p47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3" name="Google Shape;10743;p47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4" name="Google Shape;10744;p47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5" name="Google Shape;10745;p47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6" name="Google Shape;10746;p47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47" name="Google Shape;10747;p47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10748" name="Google Shape;10748;p47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9" name="Google Shape;10749;p47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0" name="Google Shape;10750;p47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1" name="Google Shape;10751;p47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2" name="Google Shape;10752;p47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3" name="Google Shape;10753;p47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4" name="Google Shape;10754;p47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5" name="Google Shape;10755;p47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6" name="Google Shape;10756;p47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7" name="Google Shape;10757;p47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8" name="Google Shape;10758;p47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9" name="Google Shape;10759;p47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0" name="Google Shape;10760;p47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1" name="Google Shape;10761;p47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2" name="Google Shape;10762;p47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3" name="Google Shape;10763;p47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4" name="Google Shape;10764;p47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5" name="Google Shape;10765;p47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6" name="Google Shape;10766;p47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7" name="Google Shape;10767;p47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8" name="Google Shape;10768;p47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9" name="Google Shape;10769;p47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0" name="Google Shape;10770;p47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1" name="Google Shape;10771;p47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2" name="Google Shape;10772;p47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3" name="Google Shape;10773;p47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4" name="Google Shape;10774;p47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5" name="Google Shape;10775;p47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6" name="Google Shape;10776;p47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7" name="Google Shape;10777;p47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8" name="Google Shape;10778;p47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9" name="Google Shape;10779;p47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0" name="Google Shape;10780;p47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1" name="Google Shape;10781;p47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2" name="Google Shape;10782;p47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3" name="Google Shape;10783;p47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4" name="Google Shape;10784;p47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5" name="Google Shape;10785;p47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6" name="Google Shape;10786;p47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787" name="Google Shape;10787;p47"/>
          <p:cNvSpPr/>
          <p:nvPr/>
        </p:nvSpPr>
        <p:spPr>
          <a:xfrm rot="2700000">
            <a:off x="1391756" y="38735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Рисунок 4" descr="Изображение выглядит как черн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35BB2E-1E24-1E05-48B4-DF9772B35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981" y="2742411"/>
            <a:ext cx="4626506" cy="1315594"/>
          </a:xfrm>
          <a:prstGeom prst="rect">
            <a:avLst/>
          </a:prstGeom>
        </p:spPr>
      </p:pic>
      <p:sp>
        <p:nvSpPr>
          <p:cNvPr id="2" name="Google Shape;9778;p46">
            <a:extLst>
              <a:ext uri="{FF2B5EF4-FFF2-40B4-BE49-F238E27FC236}">
                <a16:creationId xmlns:a16="http://schemas.microsoft.com/office/drawing/2014/main" id="{75CFA01F-02EA-ECB2-4762-7846EE8D452A}"/>
              </a:ext>
            </a:extLst>
          </p:cNvPr>
          <p:cNvSpPr txBox="1"/>
          <p:nvPr/>
        </p:nvSpPr>
        <p:spPr>
          <a:xfrm>
            <a:off x="1685740" y="1942714"/>
            <a:ext cx="6352988" cy="211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В ходе выполнений лабораторных в течении курса были исполнены все задачи для веб приложения и все задачи связанные с его конструированием.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Однако есть куда стремиться можно также реализовать модуль уведомлений, модуль отчетности и более полное согласовывание ремонтных работ с клиентом</a:t>
            </a:r>
            <a:endParaRPr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6">
          <a:extLst>
            <a:ext uri="{FF2B5EF4-FFF2-40B4-BE49-F238E27FC236}">
              <a16:creationId xmlns:a16="http://schemas.microsoft.com/office/drawing/2014/main" id="{3938406A-37DD-B12E-8641-7C1AC8BD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7" name="Google Shape;10277;p47">
            <a:extLst>
              <a:ext uri="{FF2B5EF4-FFF2-40B4-BE49-F238E27FC236}">
                <a16:creationId xmlns:a16="http://schemas.microsoft.com/office/drawing/2014/main" id="{FEFC97B7-1EA7-C0A9-BE36-25CB10BA0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9124" y="2323631"/>
            <a:ext cx="7245752" cy="98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10295" name="Google Shape;10295;p47">
            <a:extLst>
              <a:ext uri="{FF2B5EF4-FFF2-40B4-BE49-F238E27FC236}">
                <a16:creationId xmlns:a16="http://schemas.microsoft.com/office/drawing/2014/main" id="{55EEF4CA-9956-7E21-E671-D1CF5094D10C}"/>
              </a:ext>
            </a:extLst>
          </p:cNvPr>
          <p:cNvSpPr/>
          <p:nvPr/>
        </p:nvSpPr>
        <p:spPr>
          <a:xfrm rot="409828">
            <a:off x="7655097" y="1705452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96" name="Google Shape;10296;p47">
            <a:extLst>
              <a:ext uri="{FF2B5EF4-FFF2-40B4-BE49-F238E27FC236}">
                <a16:creationId xmlns:a16="http://schemas.microsoft.com/office/drawing/2014/main" id="{06FEDBE6-792C-EDFD-86FF-7F2054133C5C}"/>
              </a:ext>
            </a:extLst>
          </p:cNvPr>
          <p:cNvGrpSpPr/>
          <p:nvPr/>
        </p:nvGrpSpPr>
        <p:grpSpPr>
          <a:xfrm rot="-286675">
            <a:off x="-1235023" y="-961753"/>
            <a:ext cx="4552720" cy="4583202"/>
            <a:chOff x="3819525" y="1138237"/>
            <a:chExt cx="4552378" cy="4582857"/>
          </a:xfrm>
        </p:grpSpPr>
        <p:grpSp>
          <p:nvGrpSpPr>
            <p:cNvPr id="10297" name="Google Shape;10297;p47">
              <a:extLst>
                <a:ext uri="{FF2B5EF4-FFF2-40B4-BE49-F238E27FC236}">
                  <a16:creationId xmlns:a16="http://schemas.microsoft.com/office/drawing/2014/main" id="{07F2DBDF-4B27-C079-FC08-C9B73E34E1C8}"/>
                </a:ext>
              </a:extLst>
            </p:cNvPr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10298" name="Google Shape;10298;p47">
                <a:extLst>
                  <a:ext uri="{FF2B5EF4-FFF2-40B4-BE49-F238E27FC236}">
                    <a16:creationId xmlns:a16="http://schemas.microsoft.com/office/drawing/2014/main" id="{6419C64C-2564-9B3B-8A6F-ADE34D436F68}"/>
                  </a:ext>
                </a:extLst>
              </p:cNvPr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9" name="Google Shape;10299;p47">
                <a:extLst>
                  <a:ext uri="{FF2B5EF4-FFF2-40B4-BE49-F238E27FC236}">
                    <a16:creationId xmlns:a16="http://schemas.microsoft.com/office/drawing/2014/main" id="{A221EB66-48B1-A64E-D160-D98C552E1967}"/>
                  </a:ext>
                </a:extLst>
              </p:cNvPr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0" name="Google Shape;10300;p47">
                <a:extLst>
                  <a:ext uri="{FF2B5EF4-FFF2-40B4-BE49-F238E27FC236}">
                    <a16:creationId xmlns:a16="http://schemas.microsoft.com/office/drawing/2014/main" id="{15A62C99-3F21-0ED3-BDA9-2B4DABB2987F}"/>
                  </a:ext>
                </a:extLst>
              </p:cNvPr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1" name="Google Shape;10301;p47">
                <a:extLst>
                  <a:ext uri="{FF2B5EF4-FFF2-40B4-BE49-F238E27FC236}">
                    <a16:creationId xmlns:a16="http://schemas.microsoft.com/office/drawing/2014/main" id="{08E03132-863F-1D2B-E514-D3F65EE65DF8}"/>
                  </a:ext>
                </a:extLst>
              </p:cNvPr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2" name="Google Shape;10302;p47">
                <a:extLst>
                  <a:ext uri="{FF2B5EF4-FFF2-40B4-BE49-F238E27FC236}">
                    <a16:creationId xmlns:a16="http://schemas.microsoft.com/office/drawing/2014/main" id="{69A71FE8-38F7-F807-AEE3-1F50F78E1B50}"/>
                  </a:ext>
                </a:extLst>
              </p:cNvPr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3" name="Google Shape;10303;p47">
                <a:extLst>
                  <a:ext uri="{FF2B5EF4-FFF2-40B4-BE49-F238E27FC236}">
                    <a16:creationId xmlns:a16="http://schemas.microsoft.com/office/drawing/2014/main" id="{C7CF19D8-A3EA-3BE2-058D-9A5D308FD509}"/>
                  </a:ext>
                </a:extLst>
              </p:cNvPr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4" name="Google Shape;10304;p47">
                <a:extLst>
                  <a:ext uri="{FF2B5EF4-FFF2-40B4-BE49-F238E27FC236}">
                    <a16:creationId xmlns:a16="http://schemas.microsoft.com/office/drawing/2014/main" id="{87BD0233-EBAE-E1BD-9163-E5CC601F271F}"/>
                  </a:ext>
                </a:extLst>
              </p:cNvPr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5" name="Google Shape;10305;p47">
                <a:extLst>
                  <a:ext uri="{FF2B5EF4-FFF2-40B4-BE49-F238E27FC236}">
                    <a16:creationId xmlns:a16="http://schemas.microsoft.com/office/drawing/2014/main" id="{00E1ED62-022E-79F1-F901-F922528E4354}"/>
                  </a:ext>
                </a:extLst>
              </p:cNvPr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6" name="Google Shape;10306;p47">
                <a:extLst>
                  <a:ext uri="{FF2B5EF4-FFF2-40B4-BE49-F238E27FC236}">
                    <a16:creationId xmlns:a16="http://schemas.microsoft.com/office/drawing/2014/main" id="{AC4B6AAE-B60A-BE2B-9421-D57015BFF22D}"/>
                  </a:ext>
                </a:extLst>
              </p:cNvPr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7" name="Google Shape;10307;p47">
                <a:extLst>
                  <a:ext uri="{FF2B5EF4-FFF2-40B4-BE49-F238E27FC236}">
                    <a16:creationId xmlns:a16="http://schemas.microsoft.com/office/drawing/2014/main" id="{F52A8A42-6A0C-5573-4ED5-79DEFB8EBB9E}"/>
                  </a:ext>
                </a:extLst>
              </p:cNvPr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8" name="Google Shape;10308;p47">
                <a:extLst>
                  <a:ext uri="{FF2B5EF4-FFF2-40B4-BE49-F238E27FC236}">
                    <a16:creationId xmlns:a16="http://schemas.microsoft.com/office/drawing/2014/main" id="{156FC498-5CF8-694F-C21F-E11E5B049658}"/>
                  </a:ext>
                </a:extLst>
              </p:cNvPr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9" name="Google Shape;10309;p47">
                <a:extLst>
                  <a:ext uri="{FF2B5EF4-FFF2-40B4-BE49-F238E27FC236}">
                    <a16:creationId xmlns:a16="http://schemas.microsoft.com/office/drawing/2014/main" id="{A213B28E-95A9-D599-BB33-071DAEE704E8}"/>
                  </a:ext>
                </a:extLst>
              </p:cNvPr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0" name="Google Shape;10310;p47">
                <a:extLst>
                  <a:ext uri="{FF2B5EF4-FFF2-40B4-BE49-F238E27FC236}">
                    <a16:creationId xmlns:a16="http://schemas.microsoft.com/office/drawing/2014/main" id="{FB817419-648C-3FB3-90E5-6CA4A9248DBB}"/>
                  </a:ext>
                </a:extLst>
              </p:cNvPr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1" name="Google Shape;10311;p47">
                <a:extLst>
                  <a:ext uri="{FF2B5EF4-FFF2-40B4-BE49-F238E27FC236}">
                    <a16:creationId xmlns:a16="http://schemas.microsoft.com/office/drawing/2014/main" id="{A451A101-3534-52E4-D9A4-ABCE69BE7ED2}"/>
                  </a:ext>
                </a:extLst>
              </p:cNvPr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2" name="Google Shape;10312;p47">
                <a:extLst>
                  <a:ext uri="{FF2B5EF4-FFF2-40B4-BE49-F238E27FC236}">
                    <a16:creationId xmlns:a16="http://schemas.microsoft.com/office/drawing/2014/main" id="{29AD2D7E-1576-B95B-A99A-5EA6E2000217}"/>
                  </a:ext>
                </a:extLst>
              </p:cNvPr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3" name="Google Shape;10313;p47">
                <a:extLst>
                  <a:ext uri="{FF2B5EF4-FFF2-40B4-BE49-F238E27FC236}">
                    <a16:creationId xmlns:a16="http://schemas.microsoft.com/office/drawing/2014/main" id="{2244E6D4-D93E-ADC6-647D-975575C920A7}"/>
                  </a:ext>
                </a:extLst>
              </p:cNvPr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4" name="Google Shape;10314;p47">
                <a:extLst>
                  <a:ext uri="{FF2B5EF4-FFF2-40B4-BE49-F238E27FC236}">
                    <a16:creationId xmlns:a16="http://schemas.microsoft.com/office/drawing/2014/main" id="{DE1E098F-5B8A-F393-D20D-25C4F8B0CF33}"/>
                  </a:ext>
                </a:extLst>
              </p:cNvPr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5" name="Google Shape;10315;p47">
                <a:extLst>
                  <a:ext uri="{FF2B5EF4-FFF2-40B4-BE49-F238E27FC236}">
                    <a16:creationId xmlns:a16="http://schemas.microsoft.com/office/drawing/2014/main" id="{27660E9F-BCE2-3AC5-2177-E33B658C79EC}"/>
                  </a:ext>
                </a:extLst>
              </p:cNvPr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6" name="Google Shape;10316;p47">
                <a:extLst>
                  <a:ext uri="{FF2B5EF4-FFF2-40B4-BE49-F238E27FC236}">
                    <a16:creationId xmlns:a16="http://schemas.microsoft.com/office/drawing/2014/main" id="{4F73AA4F-67A8-1DF9-37D0-85F0CA090314}"/>
                  </a:ext>
                </a:extLst>
              </p:cNvPr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7" name="Google Shape;10317;p47">
                <a:extLst>
                  <a:ext uri="{FF2B5EF4-FFF2-40B4-BE49-F238E27FC236}">
                    <a16:creationId xmlns:a16="http://schemas.microsoft.com/office/drawing/2014/main" id="{AFD76892-03F5-6671-D735-672BBDA6D32A}"/>
                  </a:ext>
                </a:extLst>
              </p:cNvPr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8" name="Google Shape;10318;p47">
                <a:extLst>
                  <a:ext uri="{FF2B5EF4-FFF2-40B4-BE49-F238E27FC236}">
                    <a16:creationId xmlns:a16="http://schemas.microsoft.com/office/drawing/2014/main" id="{82E9CED0-6181-0502-5FCD-32C54BF0E4E1}"/>
                  </a:ext>
                </a:extLst>
              </p:cNvPr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9" name="Google Shape;10319;p47">
                <a:extLst>
                  <a:ext uri="{FF2B5EF4-FFF2-40B4-BE49-F238E27FC236}">
                    <a16:creationId xmlns:a16="http://schemas.microsoft.com/office/drawing/2014/main" id="{FBE7BBCA-C2E7-5E22-4D6D-E49FE80F3B80}"/>
                  </a:ext>
                </a:extLst>
              </p:cNvPr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0" name="Google Shape;10320;p47">
                <a:extLst>
                  <a:ext uri="{FF2B5EF4-FFF2-40B4-BE49-F238E27FC236}">
                    <a16:creationId xmlns:a16="http://schemas.microsoft.com/office/drawing/2014/main" id="{CF973CD1-9DFF-4D81-4A34-E96E85E805C2}"/>
                  </a:ext>
                </a:extLst>
              </p:cNvPr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1" name="Google Shape;10321;p47">
                <a:extLst>
                  <a:ext uri="{FF2B5EF4-FFF2-40B4-BE49-F238E27FC236}">
                    <a16:creationId xmlns:a16="http://schemas.microsoft.com/office/drawing/2014/main" id="{6204FB63-51F1-0783-8DC8-9FB347941DD4}"/>
                  </a:ext>
                </a:extLst>
              </p:cNvPr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2" name="Google Shape;10322;p47">
                <a:extLst>
                  <a:ext uri="{FF2B5EF4-FFF2-40B4-BE49-F238E27FC236}">
                    <a16:creationId xmlns:a16="http://schemas.microsoft.com/office/drawing/2014/main" id="{84F3CDD8-1246-0F71-AD2E-169CD70F9C53}"/>
                  </a:ext>
                </a:extLst>
              </p:cNvPr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3" name="Google Shape;10323;p47">
                <a:extLst>
                  <a:ext uri="{FF2B5EF4-FFF2-40B4-BE49-F238E27FC236}">
                    <a16:creationId xmlns:a16="http://schemas.microsoft.com/office/drawing/2014/main" id="{B874AC14-087C-4F57-AAC7-FAC687430017}"/>
                  </a:ext>
                </a:extLst>
              </p:cNvPr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4" name="Google Shape;10324;p47">
                <a:extLst>
                  <a:ext uri="{FF2B5EF4-FFF2-40B4-BE49-F238E27FC236}">
                    <a16:creationId xmlns:a16="http://schemas.microsoft.com/office/drawing/2014/main" id="{DEDA397D-B2F7-4819-EA50-0F1823F9491E}"/>
                  </a:ext>
                </a:extLst>
              </p:cNvPr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5" name="Google Shape;10325;p47">
                <a:extLst>
                  <a:ext uri="{FF2B5EF4-FFF2-40B4-BE49-F238E27FC236}">
                    <a16:creationId xmlns:a16="http://schemas.microsoft.com/office/drawing/2014/main" id="{4DBCCFBA-8686-276D-2189-1C40796314B4}"/>
                  </a:ext>
                </a:extLst>
              </p:cNvPr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6" name="Google Shape;10326;p47">
                <a:extLst>
                  <a:ext uri="{FF2B5EF4-FFF2-40B4-BE49-F238E27FC236}">
                    <a16:creationId xmlns:a16="http://schemas.microsoft.com/office/drawing/2014/main" id="{5EA1315F-16EF-6E9C-0933-035ADE4A1050}"/>
                  </a:ext>
                </a:extLst>
              </p:cNvPr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7" name="Google Shape;10327;p47">
                <a:extLst>
                  <a:ext uri="{FF2B5EF4-FFF2-40B4-BE49-F238E27FC236}">
                    <a16:creationId xmlns:a16="http://schemas.microsoft.com/office/drawing/2014/main" id="{1D66FF6B-47B0-8F52-0034-8F3896B554A5}"/>
                  </a:ext>
                </a:extLst>
              </p:cNvPr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8" name="Google Shape;10328;p47">
                <a:extLst>
                  <a:ext uri="{FF2B5EF4-FFF2-40B4-BE49-F238E27FC236}">
                    <a16:creationId xmlns:a16="http://schemas.microsoft.com/office/drawing/2014/main" id="{A4A165DA-C038-D960-83E9-BD17EBB4E593}"/>
                  </a:ext>
                </a:extLst>
              </p:cNvPr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9" name="Google Shape;10329;p47">
                <a:extLst>
                  <a:ext uri="{FF2B5EF4-FFF2-40B4-BE49-F238E27FC236}">
                    <a16:creationId xmlns:a16="http://schemas.microsoft.com/office/drawing/2014/main" id="{3EDC218D-8D9C-1E32-F60A-EBCE30388569}"/>
                  </a:ext>
                </a:extLst>
              </p:cNvPr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0" name="Google Shape;10330;p47">
                <a:extLst>
                  <a:ext uri="{FF2B5EF4-FFF2-40B4-BE49-F238E27FC236}">
                    <a16:creationId xmlns:a16="http://schemas.microsoft.com/office/drawing/2014/main" id="{6B16B33C-7A84-CBEB-1AB6-431FC3B865BD}"/>
                  </a:ext>
                </a:extLst>
              </p:cNvPr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1" name="Google Shape;10331;p47">
                <a:extLst>
                  <a:ext uri="{FF2B5EF4-FFF2-40B4-BE49-F238E27FC236}">
                    <a16:creationId xmlns:a16="http://schemas.microsoft.com/office/drawing/2014/main" id="{3B1E3586-FDEC-7FA7-5F5A-07CC7C0CDF37}"/>
                  </a:ext>
                </a:extLst>
              </p:cNvPr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2" name="Google Shape;10332;p47">
                <a:extLst>
                  <a:ext uri="{FF2B5EF4-FFF2-40B4-BE49-F238E27FC236}">
                    <a16:creationId xmlns:a16="http://schemas.microsoft.com/office/drawing/2014/main" id="{585A6E04-09AF-9679-B3E1-299943386EF0}"/>
                  </a:ext>
                </a:extLst>
              </p:cNvPr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3" name="Google Shape;10333;p47">
                <a:extLst>
                  <a:ext uri="{FF2B5EF4-FFF2-40B4-BE49-F238E27FC236}">
                    <a16:creationId xmlns:a16="http://schemas.microsoft.com/office/drawing/2014/main" id="{AD58C5DB-D105-CDE8-C770-CCB6414308CC}"/>
                  </a:ext>
                </a:extLst>
              </p:cNvPr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4" name="Google Shape;10334;p47">
                <a:extLst>
                  <a:ext uri="{FF2B5EF4-FFF2-40B4-BE49-F238E27FC236}">
                    <a16:creationId xmlns:a16="http://schemas.microsoft.com/office/drawing/2014/main" id="{29E331E4-4A1D-1EA1-2760-51CBBF225288}"/>
                  </a:ext>
                </a:extLst>
              </p:cNvPr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5" name="Google Shape;10335;p47">
                <a:extLst>
                  <a:ext uri="{FF2B5EF4-FFF2-40B4-BE49-F238E27FC236}">
                    <a16:creationId xmlns:a16="http://schemas.microsoft.com/office/drawing/2014/main" id="{166E1876-7515-7F88-FBD8-F342FD744605}"/>
                  </a:ext>
                </a:extLst>
              </p:cNvPr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6" name="Google Shape;10336;p47">
                <a:extLst>
                  <a:ext uri="{FF2B5EF4-FFF2-40B4-BE49-F238E27FC236}">
                    <a16:creationId xmlns:a16="http://schemas.microsoft.com/office/drawing/2014/main" id="{D71681A3-5F58-1D11-3FA1-F8661B96ED8A}"/>
                  </a:ext>
                </a:extLst>
              </p:cNvPr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7" name="Google Shape;10337;p47">
                <a:extLst>
                  <a:ext uri="{FF2B5EF4-FFF2-40B4-BE49-F238E27FC236}">
                    <a16:creationId xmlns:a16="http://schemas.microsoft.com/office/drawing/2014/main" id="{A31E729E-0901-33B8-75D7-7999C37E24BD}"/>
                  </a:ext>
                </a:extLst>
              </p:cNvPr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8" name="Google Shape;10338;p47">
                <a:extLst>
                  <a:ext uri="{FF2B5EF4-FFF2-40B4-BE49-F238E27FC236}">
                    <a16:creationId xmlns:a16="http://schemas.microsoft.com/office/drawing/2014/main" id="{F0BA4D6F-6DD2-0004-507A-1E6BB86AF230}"/>
                  </a:ext>
                </a:extLst>
              </p:cNvPr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9" name="Google Shape;10339;p47">
                <a:extLst>
                  <a:ext uri="{FF2B5EF4-FFF2-40B4-BE49-F238E27FC236}">
                    <a16:creationId xmlns:a16="http://schemas.microsoft.com/office/drawing/2014/main" id="{63017CCF-23B9-7E34-302A-F7C159406418}"/>
                  </a:ext>
                </a:extLst>
              </p:cNvPr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0" name="Google Shape;10340;p47">
                <a:extLst>
                  <a:ext uri="{FF2B5EF4-FFF2-40B4-BE49-F238E27FC236}">
                    <a16:creationId xmlns:a16="http://schemas.microsoft.com/office/drawing/2014/main" id="{AF14CE41-2D1D-91AA-58D3-4FA540FDDD06}"/>
                  </a:ext>
                </a:extLst>
              </p:cNvPr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1" name="Google Shape;10341;p47">
                <a:extLst>
                  <a:ext uri="{FF2B5EF4-FFF2-40B4-BE49-F238E27FC236}">
                    <a16:creationId xmlns:a16="http://schemas.microsoft.com/office/drawing/2014/main" id="{E470A8EB-5574-6C45-4C3E-86C0D9EDE92B}"/>
                  </a:ext>
                </a:extLst>
              </p:cNvPr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2" name="Google Shape;10342;p47">
                <a:extLst>
                  <a:ext uri="{FF2B5EF4-FFF2-40B4-BE49-F238E27FC236}">
                    <a16:creationId xmlns:a16="http://schemas.microsoft.com/office/drawing/2014/main" id="{92121DD0-43BB-5210-1822-60F73CF74C33}"/>
                  </a:ext>
                </a:extLst>
              </p:cNvPr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3" name="Google Shape;10343;p47">
                <a:extLst>
                  <a:ext uri="{FF2B5EF4-FFF2-40B4-BE49-F238E27FC236}">
                    <a16:creationId xmlns:a16="http://schemas.microsoft.com/office/drawing/2014/main" id="{F4F57BB2-95E7-CF6C-17B1-D9525C0D835A}"/>
                  </a:ext>
                </a:extLst>
              </p:cNvPr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4" name="Google Shape;10344;p47">
                <a:extLst>
                  <a:ext uri="{FF2B5EF4-FFF2-40B4-BE49-F238E27FC236}">
                    <a16:creationId xmlns:a16="http://schemas.microsoft.com/office/drawing/2014/main" id="{D978CF19-0886-76E3-CE0A-5DFB5FA9571A}"/>
                  </a:ext>
                </a:extLst>
              </p:cNvPr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5" name="Google Shape;10345;p47">
                <a:extLst>
                  <a:ext uri="{FF2B5EF4-FFF2-40B4-BE49-F238E27FC236}">
                    <a16:creationId xmlns:a16="http://schemas.microsoft.com/office/drawing/2014/main" id="{42CC61DD-B682-DBFF-13BB-D51D79E629E6}"/>
                  </a:ext>
                </a:extLst>
              </p:cNvPr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6" name="Google Shape;10346;p47">
                <a:extLst>
                  <a:ext uri="{FF2B5EF4-FFF2-40B4-BE49-F238E27FC236}">
                    <a16:creationId xmlns:a16="http://schemas.microsoft.com/office/drawing/2014/main" id="{F8E8C07A-C92E-2D17-CA73-C80CA44C0FCC}"/>
                  </a:ext>
                </a:extLst>
              </p:cNvPr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7" name="Google Shape;10347;p47">
                <a:extLst>
                  <a:ext uri="{FF2B5EF4-FFF2-40B4-BE49-F238E27FC236}">
                    <a16:creationId xmlns:a16="http://schemas.microsoft.com/office/drawing/2014/main" id="{980C3E81-481A-436A-9EC5-689760755CD3}"/>
                  </a:ext>
                </a:extLst>
              </p:cNvPr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8" name="Google Shape;10348;p47">
                <a:extLst>
                  <a:ext uri="{FF2B5EF4-FFF2-40B4-BE49-F238E27FC236}">
                    <a16:creationId xmlns:a16="http://schemas.microsoft.com/office/drawing/2014/main" id="{E61C71E4-9A0C-621E-CA7A-7A26F697336B}"/>
                  </a:ext>
                </a:extLst>
              </p:cNvPr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9" name="Google Shape;10349;p47">
                <a:extLst>
                  <a:ext uri="{FF2B5EF4-FFF2-40B4-BE49-F238E27FC236}">
                    <a16:creationId xmlns:a16="http://schemas.microsoft.com/office/drawing/2014/main" id="{8CADC748-85B3-B395-C090-1CB5D3D992C3}"/>
                  </a:ext>
                </a:extLst>
              </p:cNvPr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0" name="Google Shape;10350;p47">
                <a:extLst>
                  <a:ext uri="{FF2B5EF4-FFF2-40B4-BE49-F238E27FC236}">
                    <a16:creationId xmlns:a16="http://schemas.microsoft.com/office/drawing/2014/main" id="{5D321108-600D-86CD-B4F0-5E019F42D478}"/>
                  </a:ext>
                </a:extLst>
              </p:cNvPr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1" name="Google Shape;10351;p47">
                <a:extLst>
                  <a:ext uri="{FF2B5EF4-FFF2-40B4-BE49-F238E27FC236}">
                    <a16:creationId xmlns:a16="http://schemas.microsoft.com/office/drawing/2014/main" id="{40C168B3-3D95-1DA2-F9F2-38BBD0D1A979}"/>
                  </a:ext>
                </a:extLst>
              </p:cNvPr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2" name="Google Shape;10352;p47">
                <a:extLst>
                  <a:ext uri="{FF2B5EF4-FFF2-40B4-BE49-F238E27FC236}">
                    <a16:creationId xmlns:a16="http://schemas.microsoft.com/office/drawing/2014/main" id="{AF72DC91-5A81-E3A8-F9F5-275D7BD4BE5B}"/>
                  </a:ext>
                </a:extLst>
              </p:cNvPr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3" name="Google Shape;10353;p47">
                <a:extLst>
                  <a:ext uri="{FF2B5EF4-FFF2-40B4-BE49-F238E27FC236}">
                    <a16:creationId xmlns:a16="http://schemas.microsoft.com/office/drawing/2014/main" id="{F45939BA-E085-2700-00A1-4381343DC0EF}"/>
                  </a:ext>
                </a:extLst>
              </p:cNvPr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4" name="Google Shape;10354;p47">
                <a:extLst>
                  <a:ext uri="{FF2B5EF4-FFF2-40B4-BE49-F238E27FC236}">
                    <a16:creationId xmlns:a16="http://schemas.microsoft.com/office/drawing/2014/main" id="{F04D1A0C-6F77-1C12-8AA5-7BA18EDD3EC4}"/>
                  </a:ext>
                </a:extLst>
              </p:cNvPr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55" name="Google Shape;10355;p47">
              <a:extLst>
                <a:ext uri="{FF2B5EF4-FFF2-40B4-BE49-F238E27FC236}">
                  <a16:creationId xmlns:a16="http://schemas.microsoft.com/office/drawing/2014/main" id="{9DE253E8-D000-6701-1D73-1DDBEED720DF}"/>
                </a:ext>
              </a:extLst>
            </p:cNvPr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10356" name="Google Shape;10356;p47">
                <a:extLst>
                  <a:ext uri="{FF2B5EF4-FFF2-40B4-BE49-F238E27FC236}">
                    <a16:creationId xmlns:a16="http://schemas.microsoft.com/office/drawing/2014/main" id="{107A6EAF-5E14-B643-1813-713120B7F4C0}"/>
                  </a:ext>
                </a:extLst>
              </p:cNvPr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7" name="Google Shape;10357;p47">
                <a:extLst>
                  <a:ext uri="{FF2B5EF4-FFF2-40B4-BE49-F238E27FC236}">
                    <a16:creationId xmlns:a16="http://schemas.microsoft.com/office/drawing/2014/main" id="{7C8D618F-CDA3-8717-8FC2-681505E50BE5}"/>
                  </a:ext>
                </a:extLst>
              </p:cNvPr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8" name="Google Shape;10358;p47">
                <a:extLst>
                  <a:ext uri="{FF2B5EF4-FFF2-40B4-BE49-F238E27FC236}">
                    <a16:creationId xmlns:a16="http://schemas.microsoft.com/office/drawing/2014/main" id="{2C7E12CE-FB93-4780-36E0-3455AE86CDC2}"/>
                  </a:ext>
                </a:extLst>
              </p:cNvPr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9" name="Google Shape;10359;p47">
                <a:extLst>
                  <a:ext uri="{FF2B5EF4-FFF2-40B4-BE49-F238E27FC236}">
                    <a16:creationId xmlns:a16="http://schemas.microsoft.com/office/drawing/2014/main" id="{BF778DB9-626F-EC57-3953-8ACC015CD3D4}"/>
                  </a:ext>
                </a:extLst>
              </p:cNvPr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0" name="Google Shape;10360;p47">
                <a:extLst>
                  <a:ext uri="{FF2B5EF4-FFF2-40B4-BE49-F238E27FC236}">
                    <a16:creationId xmlns:a16="http://schemas.microsoft.com/office/drawing/2014/main" id="{65776C0C-D999-88B5-1208-6F6ACD40537A}"/>
                  </a:ext>
                </a:extLst>
              </p:cNvPr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1" name="Google Shape;10361;p47">
                <a:extLst>
                  <a:ext uri="{FF2B5EF4-FFF2-40B4-BE49-F238E27FC236}">
                    <a16:creationId xmlns:a16="http://schemas.microsoft.com/office/drawing/2014/main" id="{7BBF126A-E3E7-CBD0-88C9-9853E9413BB2}"/>
                  </a:ext>
                </a:extLst>
              </p:cNvPr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2" name="Google Shape;10362;p47">
                <a:extLst>
                  <a:ext uri="{FF2B5EF4-FFF2-40B4-BE49-F238E27FC236}">
                    <a16:creationId xmlns:a16="http://schemas.microsoft.com/office/drawing/2014/main" id="{72845CC4-4998-6535-6051-DB1E46A0AED6}"/>
                  </a:ext>
                </a:extLst>
              </p:cNvPr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3" name="Google Shape;10363;p47">
                <a:extLst>
                  <a:ext uri="{FF2B5EF4-FFF2-40B4-BE49-F238E27FC236}">
                    <a16:creationId xmlns:a16="http://schemas.microsoft.com/office/drawing/2014/main" id="{168F2733-B312-F752-9C40-1726FBC05BEE}"/>
                  </a:ext>
                </a:extLst>
              </p:cNvPr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4" name="Google Shape;10364;p47">
                <a:extLst>
                  <a:ext uri="{FF2B5EF4-FFF2-40B4-BE49-F238E27FC236}">
                    <a16:creationId xmlns:a16="http://schemas.microsoft.com/office/drawing/2014/main" id="{FAA0AB41-0317-DC78-657F-3B57325D9903}"/>
                  </a:ext>
                </a:extLst>
              </p:cNvPr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5" name="Google Shape;10365;p47">
                <a:extLst>
                  <a:ext uri="{FF2B5EF4-FFF2-40B4-BE49-F238E27FC236}">
                    <a16:creationId xmlns:a16="http://schemas.microsoft.com/office/drawing/2014/main" id="{EFE0B324-3D31-6099-3F30-D5DC6494F12A}"/>
                  </a:ext>
                </a:extLst>
              </p:cNvPr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6" name="Google Shape;10366;p47">
                <a:extLst>
                  <a:ext uri="{FF2B5EF4-FFF2-40B4-BE49-F238E27FC236}">
                    <a16:creationId xmlns:a16="http://schemas.microsoft.com/office/drawing/2014/main" id="{055C2647-0378-B91F-E6ED-84AD614E2E11}"/>
                  </a:ext>
                </a:extLst>
              </p:cNvPr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7" name="Google Shape;10367;p47">
                <a:extLst>
                  <a:ext uri="{FF2B5EF4-FFF2-40B4-BE49-F238E27FC236}">
                    <a16:creationId xmlns:a16="http://schemas.microsoft.com/office/drawing/2014/main" id="{7EA3192A-B2EC-2987-C82C-C49233F1BF16}"/>
                  </a:ext>
                </a:extLst>
              </p:cNvPr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8" name="Google Shape;10368;p47">
                <a:extLst>
                  <a:ext uri="{FF2B5EF4-FFF2-40B4-BE49-F238E27FC236}">
                    <a16:creationId xmlns:a16="http://schemas.microsoft.com/office/drawing/2014/main" id="{7C633147-C27A-9DBF-DEC4-99AA79A2A08B}"/>
                  </a:ext>
                </a:extLst>
              </p:cNvPr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9" name="Google Shape;10369;p47">
                <a:extLst>
                  <a:ext uri="{FF2B5EF4-FFF2-40B4-BE49-F238E27FC236}">
                    <a16:creationId xmlns:a16="http://schemas.microsoft.com/office/drawing/2014/main" id="{8BE3A2A0-A1AD-251F-511E-DB5F61ED2D8C}"/>
                  </a:ext>
                </a:extLst>
              </p:cNvPr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0" name="Google Shape;10370;p47">
                <a:extLst>
                  <a:ext uri="{FF2B5EF4-FFF2-40B4-BE49-F238E27FC236}">
                    <a16:creationId xmlns:a16="http://schemas.microsoft.com/office/drawing/2014/main" id="{8297A4CF-C372-2252-79A6-B6603A8AE52A}"/>
                  </a:ext>
                </a:extLst>
              </p:cNvPr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1" name="Google Shape;10371;p47">
                <a:extLst>
                  <a:ext uri="{FF2B5EF4-FFF2-40B4-BE49-F238E27FC236}">
                    <a16:creationId xmlns:a16="http://schemas.microsoft.com/office/drawing/2014/main" id="{5C595D4E-E1D6-D8AC-DB7D-AA81F14643CA}"/>
                  </a:ext>
                </a:extLst>
              </p:cNvPr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2" name="Google Shape;10372;p47">
                <a:extLst>
                  <a:ext uri="{FF2B5EF4-FFF2-40B4-BE49-F238E27FC236}">
                    <a16:creationId xmlns:a16="http://schemas.microsoft.com/office/drawing/2014/main" id="{C732B195-8732-3802-2204-B07DC8006207}"/>
                  </a:ext>
                </a:extLst>
              </p:cNvPr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3" name="Google Shape;10373;p47">
                <a:extLst>
                  <a:ext uri="{FF2B5EF4-FFF2-40B4-BE49-F238E27FC236}">
                    <a16:creationId xmlns:a16="http://schemas.microsoft.com/office/drawing/2014/main" id="{9BC2D947-93C5-3662-3F02-959DD3652074}"/>
                  </a:ext>
                </a:extLst>
              </p:cNvPr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4" name="Google Shape;10374;p47">
                <a:extLst>
                  <a:ext uri="{FF2B5EF4-FFF2-40B4-BE49-F238E27FC236}">
                    <a16:creationId xmlns:a16="http://schemas.microsoft.com/office/drawing/2014/main" id="{97622788-A2D9-D50F-B859-59246BEB01BC}"/>
                  </a:ext>
                </a:extLst>
              </p:cNvPr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5" name="Google Shape;10375;p47">
                <a:extLst>
                  <a:ext uri="{FF2B5EF4-FFF2-40B4-BE49-F238E27FC236}">
                    <a16:creationId xmlns:a16="http://schemas.microsoft.com/office/drawing/2014/main" id="{736F4F13-6E08-9FCF-56ED-A6F78C1614C8}"/>
                  </a:ext>
                </a:extLst>
              </p:cNvPr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6" name="Google Shape;10376;p47">
                <a:extLst>
                  <a:ext uri="{FF2B5EF4-FFF2-40B4-BE49-F238E27FC236}">
                    <a16:creationId xmlns:a16="http://schemas.microsoft.com/office/drawing/2014/main" id="{AA14835D-28B8-3B46-38A0-B1D8C471E083}"/>
                  </a:ext>
                </a:extLst>
              </p:cNvPr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7" name="Google Shape;10377;p47">
                <a:extLst>
                  <a:ext uri="{FF2B5EF4-FFF2-40B4-BE49-F238E27FC236}">
                    <a16:creationId xmlns:a16="http://schemas.microsoft.com/office/drawing/2014/main" id="{87854DDA-20C5-1D3A-FA9E-6771FB0839E6}"/>
                  </a:ext>
                </a:extLst>
              </p:cNvPr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8" name="Google Shape;10378;p47">
                <a:extLst>
                  <a:ext uri="{FF2B5EF4-FFF2-40B4-BE49-F238E27FC236}">
                    <a16:creationId xmlns:a16="http://schemas.microsoft.com/office/drawing/2014/main" id="{2B0ACE0E-4B43-0BA9-0B5D-942E270277CF}"/>
                  </a:ext>
                </a:extLst>
              </p:cNvPr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9" name="Google Shape;10379;p47">
                <a:extLst>
                  <a:ext uri="{FF2B5EF4-FFF2-40B4-BE49-F238E27FC236}">
                    <a16:creationId xmlns:a16="http://schemas.microsoft.com/office/drawing/2014/main" id="{A160B313-E3F6-0EE0-6507-EF02451B9C2C}"/>
                  </a:ext>
                </a:extLst>
              </p:cNvPr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0" name="Google Shape;10380;p47">
                <a:extLst>
                  <a:ext uri="{FF2B5EF4-FFF2-40B4-BE49-F238E27FC236}">
                    <a16:creationId xmlns:a16="http://schemas.microsoft.com/office/drawing/2014/main" id="{E8BF3FD0-15E8-3956-C7EC-CEDCE18435FB}"/>
                  </a:ext>
                </a:extLst>
              </p:cNvPr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1" name="Google Shape;10381;p47">
                <a:extLst>
                  <a:ext uri="{FF2B5EF4-FFF2-40B4-BE49-F238E27FC236}">
                    <a16:creationId xmlns:a16="http://schemas.microsoft.com/office/drawing/2014/main" id="{96CB90C8-1425-1567-8F62-DC9F9F9E79D2}"/>
                  </a:ext>
                </a:extLst>
              </p:cNvPr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2" name="Google Shape;10382;p47">
                <a:extLst>
                  <a:ext uri="{FF2B5EF4-FFF2-40B4-BE49-F238E27FC236}">
                    <a16:creationId xmlns:a16="http://schemas.microsoft.com/office/drawing/2014/main" id="{111FF2CF-E63D-E57E-6267-269EE17041C3}"/>
                  </a:ext>
                </a:extLst>
              </p:cNvPr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3" name="Google Shape;10383;p47">
                <a:extLst>
                  <a:ext uri="{FF2B5EF4-FFF2-40B4-BE49-F238E27FC236}">
                    <a16:creationId xmlns:a16="http://schemas.microsoft.com/office/drawing/2014/main" id="{FAC667BD-57DB-DDC6-B4D0-DC19F0DE4E89}"/>
                  </a:ext>
                </a:extLst>
              </p:cNvPr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4" name="Google Shape;10384;p47">
                <a:extLst>
                  <a:ext uri="{FF2B5EF4-FFF2-40B4-BE49-F238E27FC236}">
                    <a16:creationId xmlns:a16="http://schemas.microsoft.com/office/drawing/2014/main" id="{5BA7025C-F2BF-1D5C-1357-36174A6DA21F}"/>
                  </a:ext>
                </a:extLst>
              </p:cNvPr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5" name="Google Shape;10385;p47">
                <a:extLst>
                  <a:ext uri="{FF2B5EF4-FFF2-40B4-BE49-F238E27FC236}">
                    <a16:creationId xmlns:a16="http://schemas.microsoft.com/office/drawing/2014/main" id="{DECA3683-39E4-7E87-864D-EC7027046D70}"/>
                  </a:ext>
                </a:extLst>
              </p:cNvPr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6" name="Google Shape;10386;p47">
                <a:extLst>
                  <a:ext uri="{FF2B5EF4-FFF2-40B4-BE49-F238E27FC236}">
                    <a16:creationId xmlns:a16="http://schemas.microsoft.com/office/drawing/2014/main" id="{019E6348-DBDC-78F6-1EC7-48228B6E1742}"/>
                  </a:ext>
                </a:extLst>
              </p:cNvPr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7" name="Google Shape;10387;p47">
                <a:extLst>
                  <a:ext uri="{FF2B5EF4-FFF2-40B4-BE49-F238E27FC236}">
                    <a16:creationId xmlns:a16="http://schemas.microsoft.com/office/drawing/2014/main" id="{5FCE89B8-7462-6E10-5B7A-A036D1A28790}"/>
                  </a:ext>
                </a:extLst>
              </p:cNvPr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8" name="Google Shape;10388;p47">
                <a:extLst>
                  <a:ext uri="{FF2B5EF4-FFF2-40B4-BE49-F238E27FC236}">
                    <a16:creationId xmlns:a16="http://schemas.microsoft.com/office/drawing/2014/main" id="{A2074527-FB39-0C32-4E0B-08EE395989FD}"/>
                  </a:ext>
                </a:extLst>
              </p:cNvPr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9" name="Google Shape;10389;p47">
                <a:extLst>
                  <a:ext uri="{FF2B5EF4-FFF2-40B4-BE49-F238E27FC236}">
                    <a16:creationId xmlns:a16="http://schemas.microsoft.com/office/drawing/2014/main" id="{E8C2E36A-B57F-2BDD-494C-51CD7DA9AC66}"/>
                  </a:ext>
                </a:extLst>
              </p:cNvPr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0" name="Google Shape;10390;p47">
                <a:extLst>
                  <a:ext uri="{FF2B5EF4-FFF2-40B4-BE49-F238E27FC236}">
                    <a16:creationId xmlns:a16="http://schemas.microsoft.com/office/drawing/2014/main" id="{4E19E7ED-87E1-F155-18FB-A74796184F15}"/>
                  </a:ext>
                </a:extLst>
              </p:cNvPr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1" name="Google Shape;10391;p47">
                <a:extLst>
                  <a:ext uri="{FF2B5EF4-FFF2-40B4-BE49-F238E27FC236}">
                    <a16:creationId xmlns:a16="http://schemas.microsoft.com/office/drawing/2014/main" id="{947BBE45-738D-4FDC-E1BB-A958298CA79C}"/>
                  </a:ext>
                </a:extLst>
              </p:cNvPr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2" name="Google Shape;10392;p47">
                <a:extLst>
                  <a:ext uri="{FF2B5EF4-FFF2-40B4-BE49-F238E27FC236}">
                    <a16:creationId xmlns:a16="http://schemas.microsoft.com/office/drawing/2014/main" id="{2477E975-02C4-6B70-6766-E7EDC1FD8A26}"/>
                  </a:ext>
                </a:extLst>
              </p:cNvPr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3" name="Google Shape;10393;p47">
                <a:extLst>
                  <a:ext uri="{FF2B5EF4-FFF2-40B4-BE49-F238E27FC236}">
                    <a16:creationId xmlns:a16="http://schemas.microsoft.com/office/drawing/2014/main" id="{A4EE3FFF-6368-32E4-B77F-6DFD98B85EDC}"/>
                  </a:ext>
                </a:extLst>
              </p:cNvPr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4" name="Google Shape;10394;p47">
                <a:extLst>
                  <a:ext uri="{FF2B5EF4-FFF2-40B4-BE49-F238E27FC236}">
                    <a16:creationId xmlns:a16="http://schemas.microsoft.com/office/drawing/2014/main" id="{681A6D00-61F2-AD8B-D534-A3A1C4391E3B}"/>
                  </a:ext>
                </a:extLst>
              </p:cNvPr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5" name="Google Shape;10395;p47">
                <a:extLst>
                  <a:ext uri="{FF2B5EF4-FFF2-40B4-BE49-F238E27FC236}">
                    <a16:creationId xmlns:a16="http://schemas.microsoft.com/office/drawing/2014/main" id="{902CF2E9-90D8-3863-1AA8-BB5754D57B09}"/>
                  </a:ext>
                </a:extLst>
              </p:cNvPr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6" name="Google Shape;10396;p47">
                <a:extLst>
                  <a:ext uri="{FF2B5EF4-FFF2-40B4-BE49-F238E27FC236}">
                    <a16:creationId xmlns:a16="http://schemas.microsoft.com/office/drawing/2014/main" id="{13C0229D-66CC-2D6C-3CF7-8032788E9834}"/>
                  </a:ext>
                </a:extLst>
              </p:cNvPr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7" name="Google Shape;10397;p47">
                <a:extLst>
                  <a:ext uri="{FF2B5EF4-FFF2-40B4-BE49-F238E27FC236}">
                    <a16:creationId xmlns:a16="http://schemas.microsoft.com/office/drawing/2014/main" id="{5EB82A10-861D-0AF3-D4A1-7058FA65B134}"/>
                  </a:ext>
                </a:extLst>
              </p:cNvPr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8" name="Google Shape;10398;p47">
                <a:extLst>
                  <a:ext uri="{FF2B5EF4-FFF2-40B4-BE49-F238E27FC236}">
                    <a16:creationId xmlns:a16="http://schemas.microsoft.com/office/drawing/2014/main" id="{6F6E1E62-3932-78FA-5EC5-B74CAA330A01}"/>
                  </a:ext>
                </a:extLst>
              </p:cNvPr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9" name="Google Shape;10399;p47">
                <a:extLst>
                  <a:ext uri="{FF2B5EF4-FFF2-40B4-BE49-F238E27FC236}">
                    <a16:creationId xmlns:a16="http://schemas.microsoft.com/office/drawing/2014/main" id="{EDEFDA01-4387-45B5-50BE-771E67BAD6F6}"/>
                  </a:ext>
                </a:extLst>
              </p:cNvPr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0" name="Google Shape;10400;p47">
                <a:extLst>
                  <a:ext uri="{FF2B5EF4-FFF2-40B4-BE49-F238E27FC236}">
                    <a16:creationId xmlns:a16="http://schemas.microsoft.com/office/drawing/2014/main" id="{4980C6F3-480E-4B77-C27A-249DC652AC3C}"/>
                  </a:ext>
                </a:extLst>
              </p:cNvPr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1" name="Google Shape;10401;p47">
                <a:extLst>
                  <a:ext uri="{FF2B5EF4-FFF2-40B4-BE49-F238E27FC236}">
                    <a16:creationId xmlns:a16="http://schemas.microsoft.com/office/drawing/2014/main" id="{342D0E74-C965-58F1-0AB0-2183C33A2B87}"/>
                  </a:ext>
                </a:extLst>
              </p:cNvPr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2" name="Google Shape;10402;p47">
                <a:extLst>
                  <a:ext uri="{FF2B5EF4-FFF2-40B4-BE49-F238E27FC236}">
                    <a16:creationId xmlns:a16="http://schemas.microsoft.com/office/drawing/2014/main" id="{3B53FC71-931E-4D59-074D-C0C7FC3A55EE}"/>
                  </a:ext>
                </a:extLst>
              </p:cNvPr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3" name="Google Shape;10403;p47">
                <a:extLst>
                  <a:ext uri="{FF2B5EF4-FFF2-40B4-BE49-F238E27FC236}">
                    <a16:creationId xmlns:a16="http://schemas.microsoft.com/office/drawing/2014/main" id="{57AD7BE3-FD70-422B-56E1-1FA300A02CC8}"/>
                  </a:ext>
                </a:extLst>
              </p:cNvPr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4" name="Google Shape;10404;p47">
                <a:extLst>
                  <a:ext uri="{FF2B5EF4-FFF2-40B4-BE49-F238E27FC236}">
                    <a16:creationId xmlns:a16="http://schemas.microsoft.com/office/drawing/2014/main" id="{7F786480-3EE1-4C97-5BC7-94E1AAD2B018}"/>
                  </a:ext>
                </a:extLst>
              </p:cNvPr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5" name="Google Shape;10405;p47">
                <a:extLst>
                  <a:ext uri="{FF2B5EF4-FFF2-40B4-BE49-F238E27FC236}">
                    <a16:creationId xmlns:a16="http://schemas.microsoft.com/office/drawing/2014/main" id="{1B5BA892-B9F8-DE26-4D97-078A544E760C}"/>
                  </a:ext>
                </a:extLst>
              </p:cNvPr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6" name="Google Shape;10406;p47">
                <a:extLst>
                  <a:ext uri="{FF2B5EF4-FFF2-40B4-BE49-F238E27FC236}">
                    <a16:creationId xmlns:a16="http://schemas.microsoft.com/office/drawing/2014/main" id="{525A9144-5C5E-E935-C979-CBC8077F31EE}"/>
                  </a:ext>
                </a:extLst>
              </p:cNvPr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7" name="Google Shape;10407;p47">
                <a:extLst>
                  <a:ext uri="{FF2B5EF4-FFF2-40B4-BE49-F238E27FC236}">
                    <a16:creationId xmlns:a16="http://schemas.microsoft.com/office/drawing/2014/main" id="{E6CAB4FC-6F4D-9469-050D-824414E498C2}"/>
                  </a:ext>
                </a:extLst>
              </p:cNvPr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8" name="Google Shape;10408;p47">
                <a:extLst>
                  <a:ext uri="{FF2B5EF4-FFF2-40B4-BE49-F238E27FC236}">
                    <a16:creationId xmlns:a16="http://schemas.microsoft.com/office/drawing/2014/main" id="{2B76587E-C713-C8A5-4D12-E99048177B38}"/>
                  </a:ext>
                </a:extLst>
              </p:cNvPr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9" name="Google Shape;10409;p47">
                <a:extLst>
                  <a:ext uri="{FF2B5EF4-FFF2-40B4-BE49-F238E27FC236}">
                    <a16:creationId xmlns:a16="http://schemas.microsoft.com/office/drawing/2014/main" id="{EA6F81C5-DA53-AF8A-1E9D-D7DF0D265506}"/>
                  </a:ext>
                </a:extLst>
              </p:cNvPr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0" name="Google Shape;10410;p47">
                <a:extLst>
                  <a:ext uri="{FF2B5EF4-FFF2-40B4-BE49-F238E27FC236}">
                    <a16:creationId xmlns:a16="http://schemas.microsoft.com/office/drawing/2014/main" id="{0F83A3A3-17F8-856E-41BA-FC4784811A62}"/>
                  </a:ext>
                </a:extLst>
              </p:cNvPr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11" name="Google Shape;10411;p47">
              <a:extLst>
                <a:ext uri="{FF2B5EF4-FFF2-40B4-BE49-F238E27FC236}">
                  <a16:creationId xmlns:a16="http://schemas.microsoft.com/office/drawing/2014/main" id="{ABEE73E2-E493-5C43-D67B-B3128F5FCB52}"/>
                </a:ext>
              </a:extLst>
            </p:cNvPr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10412" name="Google Shape;10412;p47">
                <a:extLst>
                  <a:ext uri="{FF2B5EF4-FFF2-40B4-BE49-F238E27FC236}">
                    <a16:creationId xmlns:a16="http://schemas.microsoft.com/office/drawing/2014/main" id="{235939EB-DB9B-F895-3C32-DBFA728DF185}"/>
                  </a:ext>
                </a:extLst>
              </p:cNvPr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3" name="Google Shape;10413;p47">
                <a:extLst>
                  <a:ext uri="{FF2B5EF4-FFF2-40B4-BE49-F238E27FC236}">
                    <a16:creationId xmlns:a16="http://schemas.microsoft.com/office/drawing/2014/main" id="{724B1431-2889-018C-6B18-B7602715167B}"/>
                  </a:ext>
                </a:extLst>
              </p:cNvPr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4" name="Google Shape;10414;p47">
                <a:extLst>
                  <a:ext uri="{FF2B5EF4-FFF2-40B4-BE49-F238E27FC236}">
                    <a16:creationId xmlns:a16="http://schemas.microsoft.com/office/drawing/2014/main" id="{FC50BD85-7A00-06B0-76F9-5F0AC7E9AD1A}"/>
                  </a:ext>
                </a:extLst>
              </p:cNvPr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5" name="Google Shape;10415;p47">
                <a:extLst>
                  <a:ext uri="{FF2B5EF4-FFF2-40B4-BE49-F238E27FC236}">
                    <a16:creationId xmlns:a16="http://schemas.microsoft.com/office/drawing/2014/main" id="{BB6E0CBE-2F32-0AC9-7F17-F7BAE398B79C}"/>
                  </a:ext>
                </a:extLst>
              </p:cNvPr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6" name="Google Shape;10416;p47">
                <a:extLst>
                  <a:ext uri="{FF2B5EF4-FFF2-40B4-BE49-F238E27FC236}">
                    <a16:creationId xmlns:a16="http://schemas.microsoft.com/office/drawing/2014/main" id="{22B10166-C217-D44F-6344-55EC5D8FEBB9}"/>
                  </a:ext>
                </a:extLst>
              </p:cNvPr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7" name="Google Shape;10417;p47">
                <a:extLst>
                  <a:ext uri="{FF2B5EF4-FFF2-40B4-BE49-F238E27FC236}">
                    <a16:creationId xmlns:a16="http://schemas.microsoft.com/office/drawing/2014/main" id="{B03CE5C2-593C-78A2-DD47-C78428ADE7A6}"/>
                  </a:ext>
                </a:extLst>
              </p:cNvPr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8" name="Google Shape;10418;p47">
                <a:extLst>
                  <a:ext uri="{FF2B5EF4-FFF2-40B4-BE49-F238E27FC236}">
                    <a16:creationId xmlns:a16="http://schemas.microsoft.com/office/drawing/2014/main" id="{B5CA6483-D549-7953-0CD6-D455E64A37A3}"/>
                  </a:ext>
                </a:extLst>
              </p:cNvPr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9" name="Google Shape;10419;p47">
                <a:extLst>
                  <a:ext uri="{FF2B5EF4-FFF2-40B4-BE49-F238E27FC236}">
                    <a16:creationId xmlns:a16="http://schemas.microsoft.com/office/drawing/2014/main" id="{860B866E-5648-FCF8-D3D8-701752AFB8DB}"/>
                  </a:ext>
                </a:extLst>
              </p:cNvPr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0" name="Google Shape;10420;p47">
                <a:extLst>
                  <a:ext uri="{FF2B5EF4-FFF2-40B4-BE49-F238E27FC236}">
                    <a16:creationId xmlns:a16="http://schemas.microsoft.com/office/drawing/2014/main" id="{143E9176-31F1-D172-1409-29BDE31D8C46}"/>
                  </a:ext>
                </a:extLst>
              </p:cNvPr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1" name="Google Shape;10421;p47">
                <a:extLst>
                  <a:ext uri="{FF2B5EF4-FFF2-40B4-BE49-F238E27FC236}">
                    <a16:creationId xmlns:a16="http://schemas.microsoft.com/office/drawing/2014/main" id="{11FB9C69-E85A-FD7D-0AC7-0286026931D6}"/>
                  </a:ext>
                </a:extLst>
              </p:cNvPr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2" name="Google Shape;10422;p47">
                <a:extLst>
                  <a:ext uri="{FF2B5EF4-FFF2-40B4-BE49-F238E27FC236}">
                    <a16:creationId xmlns:a16="http://schemas.microsoft.com/office/drawing/2014/main" id="{D5C555E6-7D8F-368B-7D9C-AE7E297F92E6}"/>
                  </a:ext>
                </a:extLst>
              </p:cNvPr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3" name="Google Shape;10423;p47">
                <a:extLst>
                  <a:ext uri="{FF2B5EF4-FFF2-40B4-BE49-F238E27FC236}">
                    <a16:creationId xmlns:a16="http://schemas.microsoft.com/office/drawing/2014/main" id="{FE9F8B7B-4FD1-608B-6BED-952371ABA975}"/>
                  </a:ext>
                </a:extLst>
              </p:cNvPr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4" name="Google Shape;10424;p47">
                <a:extLst>
                  <a:ext uri="{FF2B5EF4-FFF2-40B4-BE49-F238E27FC236}">
                    <a16:creationId xmlns:a16="http://schemas.microsoft.com/office/drawing/2014/main" id="{70F00CF9-64B6-B41D-3B1A-B216A99FFEA7}"/>
                  </a:ext>
                </a:extLst>
              </p:cNvPr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5" name="Google Shape;10425;p47">
                <a:extLst>
                  <a:ext uri="{FF2B5EF4-FFF2-40B4-BE49-F238E27FC236}">
                    <a16:creationId xmlns:a16="http://schemas.microsoft.com/office/drawing/2014/main" id="{713F0C3F-488E-E7A3-CED5-2F09C88B9FD0}"/>
                  </a:ext>
                </a:extLst>
              </p:cNvPr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6" name="Google Shape;10426;p47">
                <a:extLst>
                  <a:ext uri="{FF2B5EF4-FFF2-40B4-BE49-F238E27FC236}">
                    <a16:creationId xmlns:a16="http://schemas.microsoft.com/office/drawing/2014/main" id="{E78530E3-63BF-58D0-F7D4-33AF69353760}"/>
                  </a:ext>
                </a:extLst>
              </p:cNvPr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7" name="Google Shape;10427;p47">
                <a:extLst>
                  <a:ext uri="{FF2B5EF4-FFF2-40B4-BE49-F238E27FC236}">
                    <a16:creationId xmlns:a16="http://schemas.microsoft.com/office/drawing/2014/main" id="{E66DA149-C708-5C3D-2194-7CF2AF6A1944}"/>
                  </a:ext>
                </a:extLst>
              </p:cNvPr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8" name="Google Shape;10428;p47">
                <a:extLst>
                  <a:ext uri="{FF2B5EF4-FFF2-40B4-BE49-F238E27FC236}">
                    <a16:creationId xmlns:a16="http://schemas.microsoft.com/office/drawing/2014/main" id="{BAEFFF6C-A941-3BCF-7EBE-B48275308DC4}"/>
                  </a:ext>
                </a:extLst>
              </p:cNvPr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9" name="Google Shape;10429;p47">
                <a:extLst>
                  <a:ext uri="{FF2B5EF4-FFF2-40B4-BE49-F238E27FC236}">
                    <a16:creationId xmlns:a16="http://schemas.microsoft.com/office/drawing/2014/main" id="{054BBE77-EFD2-845E-C5D3-F613F6B303F3}"/>
                  </a:ext>
                </a:extLst>
              </p:cNvPr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0" name="Google Shape;10430;p47">
                <a:extLst>
                  <a:ext uri="{FF2B5EF4-FFF2-40B4-BE49-F238E27FC236}">
                    <a16:creationId xmlns:a16="http://schemas.microsoft.com/office/drawing/2014/main" id="{CAA54987-C4B3-D1F5-D844-974C440DD70E}"/>
                  </a:ext>
                </a:extLst>
              </p:cNvPr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1" name="Google Shape;10431;p47">
                <a:extLst>
                  <a:ext uri="{FF2B5EF4-FFF2-40B4-BE49-F238E27FC236}">
                    <a16:creationId xmlns:a16="http://schemas.microsoft.com/office/drawing/2014/main" id="{34CEC1FE-4C7B-0691-1B9C-153DD9FA8463}"/>
                  </a:ext>
                </a:extLst>
              </p:cNvPr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2" name="Google Shape;10432;p47">
                <a:extLst>
                  <a:ext uri="{FF2B5EF4-FFF2-40B4-BE49-F238E27FC236}">
                    <a16:creationId xmlns:a16="http://schemas.microsoft.com/office/drawing/2014/main" id="{C6364B11-0BC2-E2E0-CF0E-772A096B3451}"/>
                  </a:ext>
                </a:extLst>
              </p:cNvPr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3" name="Google Shape;10433;p47">
                <a:extLst>
                  <a:ext uri="{FF2B5EF4-FFF2-40B4-BE49-F238E27FC236}">
                    <a16:creationId xmlns:a16="http://schemas.microsoft.com/office/drawing/2014/main" id="{A0F9863F-42BD-77BF-8522-1B3AD5238E1B}"/>
                  </a:ext>
                </a:extLst>
              </p:cNvPr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4" name="Google Shape;10434;p47">
                <a:extLst>
                  <a:ext uri="{FF2B5EF4-FFF2-40B4-BE49-F238E27FC236}">
                    <a16:creationId xmlns:a16="http://schemas.microsoft.com/office/drawing/2014/main" id="{416A6E72-4F97-7A31-C0F7-0EFDC37B5402}"/>
                  </a:ext>
                </a:extLst>
              </p:cNvPr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5" name="Google Shape;10435;p47">
                <a:extLst>
                  <a:ext uri="{FF2B5EF4-FFF2-40B4-BE49-F238E27FC236}">
                    <a16:creationId xmlns:a16="http://schemas.microsoft.com/office/drawing/2014/main" id="{82A086ED-4288-53CD-8B65-8789B81BF135}"/>
                  </a:ext>
                </a:extLst>
              </p:cNvPr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6" name="Google Shape;10436;p47">
                <a:extLst>
                  <a:ext uri="{FF2B5EF4-FFF2-40B4-BE49-F238E27FC236}">
                    <a16:creationId xmlns:a16="http://schemas.microsoft.com/office/drawing/2014/main" id="{05FA0D42-1642-D0E2-C118-ED942410C3C8}"/>
                  </a:ext>
                </a:extLst>
              </p:cNvPr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7" name="Google Shape;10437;p47">
                <a:extLst>
                  <a:ext uri="{FF2B5EF4-FFF2-40B4-BE49-F238E27FC236}">
                    <a16:creationId xmlns:a16="http://schemas.microsoft.com/office/drawing/2014/main" id="{392BA713-E229-E32A-808F-C53B03BB79DC}"/>
                  </a:ext>
                </a:extLst>
              </p:cNvPr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8" name="Google Shape;10438;p47">
                <a:extLst>
                  <a:ext uri="{FF2B5EF4-FFF2-40B4-BE49-F238E27FC236}">
                    <a16:creationId xmlns:a16="http://schemas.microsoft.com/office/drawing/2014/main" id="{497DDAF7-AEBE-6CF7-97C3-D8B3D6E26895}"/>
                  </a:ext>
                </a:extLst>
              </p:cNvPr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9" name="Google Shape;10439;p47">
                <a:extLst>
                  <a:ext uri="{FF2B5EF4-FFF2-40B4-BE49-F238E27FC236}">
                    <a16:creationId xmlns:a16="http://schemas.microsoft.com/office/drawing/2014/main" id="{805BEFDC-BA74-267E-319D-CF6CEED44F8E}"/>
                  </a:ext>
                </a:extLst>
              </p:cNvPr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0" name="Google Shape;10440;p47">
                <a:extLst>
                  <a:ext uri="{FF2B5EF4-FFF2-40B4-BE49-F238E27FC236}">
                    <a16:creationId xmlns:a16="http://schemas.microsoft.com/office/drawing/2014/main" id="{5ADF0078-6B50-1EF7-EA6B-D72ECF8FA7B6}"/>
                  </a:ext>
                </a:extLst>
              </p:cNvPr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1" name="Google Shape;10441;p47">
                <a:extLst>
                  <a:ext uri="{FF2B5EF4-FFF2-40B4-BE49-F238E27FC236}">
                    <a16:creationId xmlns:a16="http://schemas.microsoft.com/office/drawing/2014/main" id="{9F5CBA79-D45A-4978-3304-92483D1BE9B2}"/>
                  </a:ext>
                </a:extLst>
              </p:cNvPr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2" name="Google Shape;10442;p47">
                <a:extLst>
                  <a:ext uri="{FF2B5EF4-FFF2-40B4-BE49-F238E27FC236}">
                    <a16:creationId xmlns:a16="http://schemas.microsoft.com/office/drawing/2014/main" id="{26721548-5FA3-A504-33DA-C6F33A8A2701}"/>
                  </a:ext>
                </a:extLst>
              </p:cNvPr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3" name="Google Shape;10443;p47">
                <a:extLst>
                  <a:ext uri="{FF2B5EF4-FFF2-40B4-BE49-F238E27FC236}">
                    <a16:creationId xmlns:a16="http://schemas.microsoft.com/office/drawing/2014/main" id="{E5A173CA-F63A-02F8-6566-630C33201722}"/>
                  </a:ext>
                </a:extLst>
              </p:cNvPr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4" name="Google Shape;10444;p47">
                <a:extLst>
                  <a:ext uri="{FF2B5EF4-FFF2-40B4-BE49-F238E27FC236}">
                    <a16:creationId xmlns:a16="http://schemas.microsoft.com/office/drawing/2014/main" id="{24622DBD-8EAA-D5C3-AEE0-4A3CEED22DA7}"/>
                  </a:ext>
                </a:extLst>
              </p:cNvPr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5" name="Google Shape;10445;p47">
                <a:extLst>
                  <a:ext uri="{FF2B5EF4-FFF2-40B4-BE49-F238E27FC236}">
                    <a16:creationId xmlns:a16="http://schemas.microsoft.com/office/drawing/2014/main" id="{DA130F07-C4A3-924E-6940-A09C648C9BF8}"/>
                  </a:ext>
                </a:extLst>
              </p:cNvPr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6" name="Google Shape;10446;p47">
                <a:extLst>
                  <a:ext uri="{FF2B5EF4-FFF2-40B4-BE49-F238E27FC236}">
                    <a16:creationId xmlns:a16="http://schemas.microsoft.com/office/drawing/2014/main" id="{4D56F52E-B4F3-E3FF-1A78-703A9B7588AF}"/>
                  </a:ext>
                </a:extLst>
              </p:cNvPr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7" name="Google Shape;10447;p47">
                <a:extLst>
                  <a:ext uri="{FF2B5EF4-FFF2-40B4-BE49-F238E27FC236}">
                    <a16:creationId xmlns:a16="http://schemas.microsoft.com/office/drawing/2014/main" id="{98C95045-E772-91AC-441E-21FAEACE1C98}"/>
                  </a:ext>
                </a:extLst>
              </p:cNvPr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8" name="Google Shape;10448;p47">
                <a:extLst>
                  <a:ext uri="{FF2B5EF4-FFF2-40B4-BE49-F238E27FC236}">
                    <a16:creationId xmlns:a16="http://schemas.microsoft.com/office/drawing/2014/main" id="{1244F959-F9EF-E839-0688-DE9B6E4845DC}"/>
                  </a:ext>
                </a:extLst>
              </p:cNvPr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9" name="Google Shape;10449;p47">
                <a:extLst>
                  <a:ext uri="{FF2B5EF4-FFF2-40B4-BE49-F238E27FC236}">
                    <a16:creationId xmlns:a16="http://schemas.microsoft.com/office/drawing/2014/main" id="{BC76BD80-E926-3181-4898-37A42179B379}"/>
                  </a:ext>
                </a:extLst>
              </p:cNvPr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0" name="Google Shape;10450;p47">
                <a:extLst>
                  <a:ext uri="{FF2B5EF4-FFF2-40B4-BE49-F238E27FC236}">
                    <a16:creationId xmlns:a16="http://schemas.microsoft.com/office/drawing/2014/main" id="{B230B64D-34E2-44E1-B81F-FA0635ED8659}"/>
                  </a:ext>
                </a:extLst>
              </p:cNvPr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1" name="Google Shape;10451;p47">
                <a:extLst>
                  <a:ext uri="{FF2B5EF4-FFF2-40B4-BE49-F238E27FC236}">
                    <a16:creationId xmlns:a16="http://schemas.microsoft.com/office/drawing/2014/main" id="{7CEAA5E7-62A1-0C8F-BED3-E4F06C045C66}"/>
                  </a:ext>
                </a:extLst>
              </p:cNvPr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2" name="Google Shape;10452;p47">
                <a:extLst>
                  <a:ext uri="{FF2B5EF4-FFF2-40B4-BE49-F238E27FC236}">
                    <a16:creationId xmlns:a16="http://schemas.microsoft.com/office/drawing/2014/main" id="{231907DB-7CC3-2553-745F-C357EB6F8B19}"/>
                  </a:ext>
                </a:extLst>
              </p:cNvPr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3" name="Google Shape;10453;p47">
                <a:extLst>
                  <a:ext uri="{FF2B5EF4-FFF2-40B4-BE49-F238E27FC236}">
                    <a16:creationId xmlns:a16="http://schemas.microsoft.com/office/drawing/2014/main" id="{7F1290A9-7A02-B4AA-6C9F-95C7AB7C2DE6}"/>
                  </a:ext>
                </a:extLst>
              </p:cNvPr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4" name="Google Shape;10454;p47">
                <a:extLst>
                  <a:ext uri="{FF2B5EF4-FFF2-40B4-BE49-F238E27FC236}">
                    <a16:creationId xmlns:a16="http://schemas.microsoft.com/office/drawing/2014/main" id="{4563DD70-E3CD-7E7F-F133-A4838676C34C}"/>
                  </a:ext>
                </a:extLst>
              </p:cNvPr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5" name="Google Shape;10455;p47">
                <a:extLst>
                  <a:ext uri="{FF2B5EF4-FFF2-40B4-BE49-F238E27FC236}">
                    <a16:creationId xmlns:a16="http://schemas.microsoft.com/office/drawing/2014/main" id="{05BC734B-CC33-54B3-4F97-BB6402FBCE6A}"/>
                  </a:ext>
                </a:extLst>
              </p:cNvPr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6" name="Google Shape;10456;p47">
                <a:extLst>
                  <a:ext uri="{FF2B5EF4-FFF2-40B4-BE49-F238E27FC236}">
                    <a16:creationId xmlns:a16="http://schemas.microsoft.com/office/drawing/2014/main" id="{A5E71C75-F8FC-C425-23A6-51C6CC5067F0}"/>
                  </a:ext>
                </a:extLst>
              </p:cNvPr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7" name="Google Shape;10457;p47">
                <a:extLst>
                  <a:ext uri="{FF2B5EF4-FFF2-40B4-BE49-F238E27FC236}">
                    <a16:creationId xmlns:a16="http://schemas.microsoft.com/office/drawing/2014/main" id="{8F84E43D-F5BC-3709-2DC5-51F0E8A58006}"/>
                  </a:ext>
                </a:extLst>
              </p:cNvPr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8" name="Google Shape;10458;p47">
                <a:extLst>
                  <a:ext uri="{FF2B5EF4-FFF2-40B4-BE49-F238E27FC236}">
                    <a16:creationId xmlns:a16="http://schemas.microsoft.com/office/drawing/2014/main" id="{E003A88D-DF89-EFC7-C292-9BC03740A626}"/>
                  </a:ext>
                </a:extLst>
              </p:cNvPr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9" name="Google Shape;10459;p47">
                <a:extLst>
                  <a:ext uri="{FF2B5EF4-FFF2-40B4-BE49-F238E27FC236}">
                    <a16:creationId xmlns:a16="http://schemas.microsoft.com/office/drawing/2014/main" id="{A590E896-EDD6-DE4C-9D89-B4DE446E42DF}"/>
                  </a:ext>
                </a:extLst>
              </p:cNvPr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0" name="Google Shape;10460;p47">
                <a:extLst>
                  <a:ext uri="{FF2B5EF4-FFF2-40B4-BE49-F238E27FC236}">
                    <a16:creationId xmlns:a16="http://schemas.microsoft.com/office/drawing/2014/main" id="{948A43C0-78AD-A014-0080-50ACC44E2858}"/>
                  </a:ext>
                </a:extLst>
              </p:cNvPr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1" name="Google Shape;10461;p47">
                <a:extLst>
                  <a:ext uri="{FF2B5EF4-FFF2-40B4-BE49-F238E27FC236}">
                    <a16:creationId xmlns:a16="http://schemas.microsoft.com/office/drawing/2014/main" id="{7C7C9AC9-88D4-28F1-3484-8A356EABBDB3}"/>
                  </a:ext>
                </a:extLst>
              </p:cNvPr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2" name="Google Shape;10462;p47">
                <a:extLst>
                  <a:ext uri="{FF2B5EF4-FFF2-40B4-BE49-F238E27FC236}">
                    <a16:creationId xmlns:a16="http://schemas.microsoft.com/office/drawing/2014/main" id="{CFAF0482-4EFF-C372-B994-77D7202DE24D}"/>
                  </a:ext>
                </a:extLst>
              </p:cNvPr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3" name="Google Shape;10463;p47">
                <a:extLst>
                  <a:ext uri="{FF2B5EF4-FFF2-40B4-BE49-F238E27FC236}">
                    <a16:creationId xmlns:a16="http://schemas.microsoft.com/office/drawing/2014/main" id="{7FD1D8A1-A951-556B-0612-81BD09831B63}"/>
                  </a:ext>
                </a:extLst>
              </p:cNvPr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4" name="Google Shape;10464;p47">
                <a:extLst>
                  <a:ext uri="{FF2B5EF4-FFF2-40B4-BE49-F238E27FC236}">
                    <a16:creationId xmlns:a16="http://schemas.microsoft.com/office/drawing/2014/main" id="{86105801-70DE-088E-6A75-EEB0BB28B736}"/>
                  </a:ext>
                </a:extLst>
              </p:cNvPr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65" name="Google Shape;10465;p47">
              <a:extLst>
                <a:ext uri="{FF2B5EF4-FFF2-40B4-BE49-F238E27FC236}">
                  <a16:creationId xmlns:a16="http://schemas.microsoft.com/office/drawing/2014/main" id="{AFBC56FD-3E07-EE49-AAD8-E15D067AF989}"/>
                </a:ext>
              </a:extLst>
            </p:cNvPr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10466" name="Google Shape;10466;p47">
                <a:extLst>
                  <a:ext uri="{FF2B5EF4-FFF2-40B4-BE49-F238E27FC236}">
                    <a16:creationId xmlns:a16="http://schemas.microsoft.com/office/drawing/2014/main" id="{5DA65A28-BA1D-8710-E268-F4438C1F3C35}"/>
                  </a:ext>
                </a:extLst>
              </p:cNvPr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7" name="Google Shape;10467;p47">
                <a:extLst>
                  <a:ext uri="{FF2B5EF4-FFF2-40B4-BE49-F238E27FC236}">
                    <a16:creationId xmlns:a16="http://schemas.microsoft.com/office/drawing/2014/main" id="{E65721B4-FADF-61F2-394C-3983D6271030}"/>
                  </a:ext>
                </a:extLst>
              </p:cNvPr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8" name="Google Shape;10468;p47">
                <a:extLst>
                  <a:ext uri="{FF2B5EF4-FFF2-40B4-BE49-F238E27FC236}">
                    <a16:creationId xmlns:a16="http://schemas.microsoft.com/office/drawing/2014/main" id="{BE89EACB-D0A5-4B53-5457-2F60A177CD45}"/>
                  </a:ext>
                </a:extLst>
              </p:cNvPr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9" name="Google Shape;10469;p47">
                <a:extLst>
                  <a:ext uri="{FF2B5EF4-FFF2-40B4-BE49-F238E27FC236}">
                    <a16:creationId xmlns:a16="http://schemas.microsoft.com/office/drawing/2014/main" id="{AB85743C-1C58-E4EA-FD9C-5B300A48437E}"/>
                  </a:ext>
                </a:extLst>
              </p:cNvPr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0" name="Google Shape;10470;p47">
                <a:extLst>
                  <a:ext uri="{FF2B5EF4-FFF2-40B4-BE49-F238E27FC236}">
                    <a16:creationId xmlns:a16="http://schemas.microsoft.com/office/drawing/2014/main" id="{F78086D1-72FB-DC05-BB3D-0A7C9624982E}"/>
                  </a:ext>
                </a:extLst>
              </p:cNvPr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1" name="Google Shape;10471;p47">
                <a:extLst>
                  <a:ext uri="{FF2B5EF4-FFF2-40B4-BE49-F238E27FC236}">
                    <a16:creationId xmlns:a16="http://schemas.microsoft.com/office/drawing/2014/main" id="{63BFC7DA-6C81-398C-3A8D-E2BC92D8C686}"/>
                  </a:ext>
                </a:extLst>
              </p:cNvPr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2" name="Google Shape;10472;p47">
                <a:extLst>
                  <a:ext uri="{FF2B5EF4-FFF2-40B4-BE49-F238E27FC236}">
                    <a16:creationId xmlns:a16="http://schemas.microsoft.com/office/drawing/2014/main" id="{1489C278-258A-8DCA-3E12-87F22DDF3F6C}"/>
                  </a:ext>
                </a:extLst>
              </p:cNvPr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3" name="Google Shape;10473;p47">
                <a:extLst>
                  <a:ext uri="{FF2B5EF4-FFF2-40B4-BE49-F238E27FC236}">
                    <a16:creationId xmlns:a16="http://schemas.microsoft.com/office/drawing/2014/main" id="{CA260B39-E03C-814A-63A4-2AEE62ED13B2}"/>
                  </a:ext>
                </a:extLst>
              </p:cNvPr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4" name="Google Shape;10474;p47">
                <a:extLst>
                  <a:ext uri="{FF2B5EF4-FFF2-40B4-BE49-F238E27FC236}">
                    <a16:creationId xmlns:a16="http://schemas.microsoft.com/office/drawing/2014/main" id="{155F71C3-915E-5961-254D-C0AF28DACD87}"/>
                  </a:ext>
                </a:extLst>
              </p:cNvPr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5" name="Google Shape;10475;p47">
                <a:extLst>
                  <a:ext uri="{FF2B5EF4-FFF2-40B4-BE49-F238E27FC236}">
                    <a16:creationId xmlns:a16="http://schemas.microsoft.com/office/drawing/2014/main" id="{38BBE5D5-EFF9-9C93-C9C2-33B029CCFD3E}"/>
                  </a:ext>
                </a:extLst>
              </p:cNvPr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6" name="Google Shape;10476;p47">
                <a:extLst>
                  <a:ext uri="{FF2B5EF4-FFF2-40B4-BE49-F238E27FC236}">
                    <a16:creationId xmlns:a16="http://schemas.microsoft.com/office/drawing/2014/main" id="{A5BFD789-F904-5541-D69B-F45D8E82DA28}"/>
                  </a:ext>
                </a:extLst>
              </p:cNvPr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7" name="Google Shape;10477;p47">
                <a:extLst>
                  <a:ext uri="{FF2B5EF4-FFF2-40B4-BE49-F238E27FC236}">
                    <a16:creationId xmlns:a16="http://schemas.microsoft.com/office/drawing/2014/main" id="{E27C660B-9290-85A9-514D-2C3F513076ED}"/>
                  </a:ext>
                </a:extLst>
              </p:cNvPr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8" name="Google Shape;10478;p47">
                <a:extLst>
                  <a:ext uri="{FF2B5EF4-FFF2-40B4-BE49-F238E27FC236}">
                    <a16:creationId xmlns:a16="http://schemas.microsoft.com/office/drawing/2014/main" id="{04209B37-5F72-5178-2C4E-0F82FC52448F}"/>
                  </a:ext>
                </a:extLst>
              </p:cNvPr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9" name="Google Shape;10479;p47">
                <a:extLst>
                  <a:ext uri="{FF2B5EF4-FFF2-40B4-BE49-F238E27FC236}">
                    <a16:creationId xmlns:a16="http://schemas.microsoft.com/office/drawing/2014/main" id="{289B5E25-D5BE-B4A4-EED9-CF485CE73B48}"/>
                  </a:ext>
                </a:extLst>
              </p:cNvPr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0" name="Google Shape;10480;p47">
                <a:extLst>
                  <a:ext uri="{FF2B5EF4-FFF2-40B4-BE49-F238E27FC236}">
                    <a16:creationId xmlns:a16="http://schemas.microsoft.com/office/drawing/2014/main" id="{DFA6AD0C-05BC-FB49-E531-B3D5B20D5557}"/>
                  </a:ext>
                </a:extLst>
              </p:cNvPr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1" name="Google Shape;10481;p47">
                <a:extLst>
                  <a:ext uri="{FF2B5EF4-FFF2-40B4-BE49-F238E27FC236}">
                    <a16:creationId xmlns:a16="http://schemas.microsoft.com/office/drawing/2014/main" id="{788266F0-CA2A-40B4-40FA-195125D9273F}"/>
                  </a:ext>
                </a:extLst>
              </p:cNvPr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2" name="Google Shape;10482;p47">
                <a:extLst>
                  <a:ext uri="{FF2B5EF4-FFF2-40B4-BE49-F238E27FC236}">
                    <a16:creationId xmlns:a16="http://schemas.microsoft.com/office/drawing/2014/main" id="{57D18C88-CD52-62FA-CE61-992FDFBEB0CF}"/>
                  </a:ext>
                </a:extLst>
              </p:cNvPr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3" name="Google Shape;10483;p47">
                <a:extLst>
                  <a:ext uri="{FF2B5EF4-FFF2-40B4-BE49-F238E27FC236}">
                    <a16:creationId xmlns:a16="http://schemas.microsoft.com/office/drawing/2014/main" id="{4C9062BB-1D50-DC7D-B941-FEFF28B5F526}"/>
                  </a:ext>
                </a:extLst>
              </p:cNvPr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4" name="Google Shape;10484;p47">
                <a:extLst>
                  <a:ext uri="{FF2B5EF4-FFF2-40B4-BE49-F238E27FC236}">
                    <a16:creationId xmlns:a16="http://schemas.microsoft.com/office/drawing/2014/main" id="{A000341E-DE1A-F003-E792-86FE54728569}"/>
                  </a:ext>
                </a:extLst>
              </p:cNvPr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5" name="Google Shape;10485;p47">
                <a:extLst>
                  <a:ext uri="{FF2B5EF4-FFF2-40B4-BE49-F238E27FC236}">
                    <a16:creationId xmlns:a16="http://schemas.microsoft.com/office/drawing/2014/main" id="{ACB72283-5B4D-C5AE-425A-2A12C46C0A60}"/>
                  </a:ext>
                </a:extLst>
              </p:cNvPr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6" name="Google Shape;10486;p47">
                <a:extLst>
                  <a:ext uri="{FF2B5EF4-FFF2-40B4-BE49-F238E27FC236}">
                    <a16:creationId xmlns:a16="http://schemas.microsoft.com/office/drawing/2014/main" id="{6E3D724A-9542-F324-FC0F-05A1BF3CDDD0}"/>
                  </a:ext>
                </a:extLst>
              </p:cNvPr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7" name="Google Shape;10487;p47">
                <a:extLst>
                  <a:ext uri="{FF2B5EF4-FFF2-40B4-BE49-F238E27FC236}">
                    <a16:creationId xmlns:a16="http://schemas.microsoft.com/office/drawing/2014/main" id="{86BD5B9F-E07D-96F3-504E-0618B82D0B4C}"/>
                  </a:ext>
                </a:extLst>
              </p:cNvPr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8" name="Google Shape;10488;p47">
                <a:extLst>
                  <a:ext uri="{FF2B5EF4-FFF2-40B4-BE49-F238E27FC236}">
                    <a16:creationId xmlns:a16="http://schemas.microsoft.com/office/drawing/2014/main" id="{FDDF8C88-A8A5-CBEE-C520-A673A23939F2}"/>
                  </a:ext>
                </a:extLst>
              </p:cNvPr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9" name="Google Shape;10489;p47">
                <a:extLst>
                  <a:ext uri="{FF2B5EF4-FFF2-40B4-BE49-F238E27FC236}">
                    <a16:creationId xmlns:a16="http://schemas.microsoft.com/office/drawing/2014/main" id="{2E96EDA2-639C-085A-C884-35BD0616B3D0}"/>
                  </a:ext>
                </a:extLst>
              </p:cNvPr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0" name="Google Shape;10490;p47">
                <a:extLst>
                  <a:ext uri="{FF2B5EF4-FFF2-40B4-BE49-F238E27FC236}">
                    <a16:creationId xmlns:a16="http://schemas.microsoft.com/office/drawing/2014/main" id="{754A5956-8748-6F7D-5F43-8C8A99F2C14D}"/>
                  </a:ext>
                </a:extLst>
              </p:cNvPr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1" name="Google Shape;10491;p47">
                <a:extLst>
                  <a:ext uri="{FF2B5EF4-FFF2-40B4-BE49-F238E27FC236}">
                    <a16:creationId xmlns:a16="http://schemas.microsoft.com/office/drawing/2014/main" id="{3E0345F7-8CEC-CE5C-04C1-0B165CA68539}"/>
                  </a:ext>
                </a:extLst>
              </p:cNvPr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2" name="Google Shape;10492;p47">
                <a:extLst>
                  <a:ext uri="{FF2B5EF4-FFF2-40B4-BE49-F238E27FC236}">
                    <a16:creationId xmlns:a16="http://schemas.microsoft.com/office/drawing/2014/main" id="{B39957B3-0E35-034C-333F-C0303DC58C50}"/>
                  </a:ext>
                </a:extLst>
              </p:cNvPr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3" name="Google Shape;10493;p47">
                <a:extLst>
                  <a:ext uri="{FF2B5EF4-FFF2-40B4-BE49-F238E27FC236}">
                    <a16:creationId xmlns:a16="http://schemas.microsoft.com/office/drawing/2014/main" id="{604E84D5-87FB-F190-0C73-EEF6F93F5D54}"/>
                  </a:ext>
                </a:extLst>
              </p:cNvPr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4" name="Google Shape;10494;p47">
                <a:extLst>
                  <a:ext uri="{FF2B5EF4-FFF2-40B4-BE49-F238E27FC236}">
                    <a16:creationId xmlns:a16="http://schemas.microsoft.com/office/drawing/2014/main" id="{BB94C3B6-ABC2-925A-F8AF-BED9F5F995C1}"/>
                  </a:ext>
                </a:extLst>
              </p:cNvPr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5" name="Google Shape;10495;p47">
                <a:extLst>
                  <a:ext uri="{FF2B5EF4-FFF2-40B4-BE49-F238E27FC236}">
                    <a16:creationId xmlns:a16="http://schemas.microsoft.com/office/drawing/2014/main" id="{6CBB9AF1-9891-3EFE-2159-275F3F2CBC52}"/>
                  </a:ext>
                </a:extLst>
              </p:cNvPr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6" name="Google Shape;10496;p47">
                <a:extLst>
                  <a:ext uri="{FF2B5EF4-FFF2-40B4-BE49-F238E27FC236}">
                    <a16:creationId xmlns:a16="http://schemas.microsoft.com/office/drawing/2014/main" id="{CD1BDBE2-8262-4229-A52E-F0A6627031B5}"/>
                  </a:ext>
                </a:extLst>
              </p:cNvPr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7" name="Google Shape;10497;p47">
                <a:extLst>
                  <a:ext uri="{FF2B5EF4-FFF2-40B4-BE49-F238E27FC236}">
                    <a16:creationId xmlns:a16="http://schemas.microsoft.com/office/drawing/2014/main" id="{FC9E9EAD-5439-57CB-A2E2-11382338E0E1}"/>
                  </a:ext>
                </a:extLst>
              </p:cNvPr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8" name="Google Shape;10498;p47">
                <a:extLst>
                  <a:ext uri="{FF2B5EF4-FFF2-40B4-BE49-F238E27FC236}">
                    <a16:creationId xmlns:a16="http://schemas.microsoft.com/office/drawing/2014/main" id="{C6DCC8C8-03B2-EA3B-F335-F80D238307FC}"/>
                  </a:ext>
                </a:extLst>
              </p:cNvPr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9" name="Google Shape;10499;p47">
                <a:extLst>
                  <a:ext uri="{FF2B5EF4-FFF2-40B4-BE49-F238E27FC236}">
                    <a16:creationId xmlns:a16="http://schemas.microsoft.com/office/drawing/2014/main" id="{B18541F3-E0D2-8D70-B840-68DBD22BD97A}"/>
                  </a:ext>
                </a:extLst>
              </p:cNvPr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0" name="Google Shape;10500;p47">
                <a:extLst>
                  <a:ext uri="{FF2B5EF4-FFF2-40B4-BE49-F238E27FC236}">
                    <a16:creationId xmlns:a16="http://schemas.microsoft.com/office/drawing/2014/main" id="{C812B607-103C-A8B9-DDF0-C7570FF84462}"/>
                  </a:ext>
                </a:extLst>
              </p:cNvPr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1" name="Google Shape;10501;p47">
                <a:extLst>
                  <a:ext uri="{FF2B5EF4-FFF2-40B4-BE49-F238E27FC236}">
                    <a16:creationId xmlns:a16="http://schemas.microsoft.com/office/drawing/2014/main" id="{2AF70FA3-1AB0-E727-37FA-42C15B3880BB}"/>
                  </a:ext>
                </a:extLst>
              </p:cNvPr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2" name="Google Shape;10502;p47">
                <a:extLst>
                  <a:ext uri="{FF2B5EF4-FFF2-40B4-BE49-F238E27FC236}">
                    <a16:creationId xmlns:a16="http://schemas.microsoft.com/office/drawing/2014/main" id="{ECDFE3A0-CB4D-64A8-1351-4A3505DF9D47}"/>
                  </a:ext>
                </a:extLst>
              </p:cNvPr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3" name="Google Shape;10503;p47">
                <a:extLst>
                  <a:ext uri="{FF2B5EF4-FFF2-40B4-BE49-F238E27FC236}">
                    <a16:creationId xmlns:a16="http://schemas.microsoft.com/office/drawing/2014/main" id="{A295F0FD-F19C-F010-4C39-BC03CBC45635}"/>
                  </a:ext>
                </a:extLst>
              </p:cNvPr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4" name="Google Shape;10504;p47">
                <a:extLst>
                  <a:ext uri="{FF2B5EF4-FFF2-40B4-BE49-F238E27FC236}">
                    <a16:creationId xmlns:a16="http://schemas.microsoft.com/office/drawing/2014/main" id="{055683C0-4D33-754C-50B1-E66CB2011644}"/>
                  </a:ext>
                </a:extLst>
              </p:cNvPr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5" name="Google Shape;10505;p47">
                <a:extLst>
                  <a:ext uri="{FF2B5EF4-FFF2-40B4-BE49-F238E27FC236}">
                    <a16:creationId xmlns:a16="http://schemas.microsoft.com/office/drawing/2014/main" id="{A4EC4045-1EC4-2901-BBFB-593254DF1442}"/>
                  </a:ext>
                </a:extLst>
              </p:cNvPr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6" name="Google Shape;10506;p47">
                <a:extLst>
                  <a:ext uri="{FF2B5EF4-FFF2-40B4-BE49-F238E27FC236}">
                    <a16:creationId xmlns:a16="http://schemas.microsoft.com/office/drawing/2014/main" id="{DBF28A08-F9C5-9AF6-F19A-449C538C0378}"/>
                  </a:ext>
                </a:extLst>
              </p:cNvPr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7" name="Google Shape;10507;p47">
                <a:extLst>
                  <a:ext uri="{FF2B5EF4-FFF2-40B4-BE49-F238E27FC236}">
                    <a16:creationId xmlns:a16="http://schemas.microsoft.com/office/drawing/2014/main" id="{17CD063D-3402-1037-ACC8-20190EDA409D}"/>
                  </a:ext>
                </a:extLst>
              </p:cNvPr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8" name="Google Shape;10508;p47">
                <a:extLst>
                  <a:ext uri="{FF2B5EF4-FFF2-40B4-BE49-F238E27FC236}">
                    <a16:creationId xmlns:a16="http://schemas.microsoft.com/office/drawing/2014/main" id="{729964D6-7ABD-0F08-F36F-024681D2368C}"/>
                  </a:ext>
                </a:extLst>
              </p:cNvPr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9" name="Google Shape;10509;p47">
                <a:extLst>
                  <a:ext uri="{FF2B5EF4-FFF2-40B4-BE49-F238E27FC236}">
                    <a16:creationId xmlns:a16="http://schemas.microsoft.com/office/drawing/2014/main" id="{41D7F634-5815-66F6-2762-C880ECEDE33F}"/>
                  </a:ext>
                </a:extLst>
              </p:cNvPr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0" name="Google Shape;10510;p47">
                <a:extLst>
                  <a:ext uri="{FF2B5EF4-FFF2-40B4-BE49-F238E27FC236}">
                    <a16:creationId xmlns:a16="http://schemas.microsoft.com/office/drawing/2014/main" id="{63536191-99C3-9814-E108-6BF9668ADD2B}"/>
                  </a:ext>
                </a:extLst>
              </p:cNvPr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1" name="Google Shape;10511;p47">
                <a:extLst>
                  <a:ext uri="{FF2B5EF4-FFF2-40B4-BE49-F238E27FC236}">
                    <a16:creationId xmlns:a16="http://schemas.microsoft.com/office/drawing/2014/main" id="{5DC1E619-89EA-49A8-C43C-A558FB3F3EBB}"/>
                  </a:ext>
                </a:extLst>
              </p:cNvPr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2" name="Google Shape;10512;p47">
                <a:extLst>
                  <a:ext uri="{FF2B5EF4-FFF2-40B4-BE49-F238E27FC236}">
                    <a16:creationId xmlns:a16="http://schemas.microsoft.com/office/drawing/2014/main" id="{E5C18CED-6381-F679-D8D0-FF26037BC058}"/>
                  </a:ext>
                </a:extLst>
              </p:cNvPr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3" name="Google Shape;10513;p47">
                <a:extLst>
                  <a:ext uri="{FF2B5EF4-FFF2-40B4-BE49-F238E27FC236}">
                    <a16:creationId xmlns:a16="http://schemas.microsoft.com/office/drawing/2014/main" id="{9D2A6B03-AA2C-A082-3767-AC1EA64EE4EC}"/>
                  </a:ext>
                </a:extLst>
              </p:cNvPr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4" name="Google Shape;10514;p47">
                <a:extLst>
                  <a:ext uri="{FF2B5EF4-FFF2-40B4-BE49-F238E27FC236}">
                    <a16:creationId xmlns:a16="http://schemas.microsoft.com/office/drawing/2014/main" id="{22D2A83C-7BD4-833E-C2D7-96C08C4083DB}"/>
                  </a:ext>
                </a:extLst>
              </p:cNvPr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5" name="Google Shape;10515;p47">
                <a:extLst>
                  <a:ext uri="{FF2B5EF4-FFF2-40B4-BE49-F238E27FC236}">
                    <a16:creationId xmlns:a16="http://schemas.microsoft.com/office/drawing/2014/main" id="{9BCA4550-58FB-65EE-D01F-0B555C30ED90}"/>
                  </a:ext>
                </a:extLst>
              </p:cNvPr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6" name="Google Shape;10516;p47">
                <a:extLst>
                  <a:ext uri="{FF2B5EF4-FFF2-40B4-BE49-F238E27FC236}">
                    <a16:creationId xmlns:a16="http://schemas.microsoft.com/office/drawing/2014/main" id="{3470A16F-E191-0D0C-61E3-8CE280B7CA75}"/>
                  </a:ext>
                </a:extLst>
              </p:cNvPr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17" name="Google Shape;10517;p47">
              <a:extLst>
                <a:ext uri="{FF2B5EF4-FFF2-40B4-BE49-F238E27FC236}">
                  <a16:creationId xmlns:a16="http://schemas.microsoft.com/office/drawing/2014/main" id="{A58DDEBA-A0E2-AAD9-D3DC-4E8D00143512}"/>
                </a:ext>
              </a:extLst>
            </p:cNvPr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10518" name="Google Shape;10518;p47">
                <a:extLst>
                  <a:ext uri="{FF2B5EF4-FFF2-40B4-BE49-F238E27FC236}">
                    <a16:creationId xmlns:a16="http://schemas.microsoft.com/office/drawing/2014/main" id="{4819FB23-69AF-88FC-09DA-43C7F086EE09}"/>
                  </a:ext>
                </a:extLst>
              </p:cNvPr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9" name="Google Shape;10519;p47">
                <a:extLst>
                  <a:ext uri="{FF2B5EF4-FFF2-40B4-BE49-F238E27FC236}">
                    <a16:creationId xmlns:a16="http://schemas.microsoft.com/office/drawing/2014/main" id="{B70969BE-0353-23C9-1FA9-FBD9AEF5E053}"/>
                  </a:ext>
                </a:extLst>
              </p:cNvPr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0" name="Google Shape;10520;p47">
                <a:extLst>
                  <a:ext uri="{FF2B5EF4-FFF2-40B4-BE49-F238E27FC236}">
                    <a16:creationId xmlns:a16="http://schemas.microsoft.com/office/drawing/2014/main" id="{5CDBDA36-85F3-D7E1-2A9C-E8CC9CF692A0}"/>
                  </a:ext>
                </a:extLst>
              </p:cNvPr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1" name="Google Shape;10521;p47">
                <a:extLst>
                  <a:ext uri="{FF2B5EF4-FFF2-40B4-BE49-F238E27FC236}">
                    <a16:creationId xmlns:a16="http://schemas.microsoft.com/office/drawing/2014/main" id="{0481F266-DE7A-B4D5-9CBA-2BDF738EE9F4}"/>
                  </a:ext>
                </a:extLst>
              </p:cNvPr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2" name="Google Shape;10522;p47">
                <a:extLst>
                  <a:ext uri="{FF2B5EF4-FFF2-40B4-BE49-F238E27FC236}">
                    <a16:creationId xmlns:a16="http://schemas.microsoft.com/office/drawing/2014/main" id="{CE1E3772-9F74-AC69-63CD-4924D0776F09}"/>
                  </a:ext>
                </a:extLst>
              </p:cNvPr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3" name="Google Shape;10523;p47">
                <a:extLst>
                  <a:ext uri="{FF2B5EF4-FFF2-40B4-BE49-F238E27FC236}">
                    <a16:creationId xmlns:a16="http://schemas.microsoft.com/office/drawing/2014/main" id="{619706A4-015F-C42C-F2B7-E9B961AF433A}"/>
                  </a:ext>
                </a:extLst>
              </p:cNvPr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4" name="Google Shape;10524;p47">
                <a:extLst>
                  <a:ext uri="{FF2B5EF4-FFF2-40B4-BE49-F238E27FC236}">
                    <a16:creationId xmlns:a16="http://schemas.microsoft.com/office/drawing/2014/main" id="{BD806981-FA6C-1503-4DEE-1C79A5D44FFB}"/>
                  </a:ext>
                </a:extLst>
              </p:cNvPr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5" name="Google Shape;10525;p47">
                <a:extLst>
                  <a:ext uri="{FF2B5EF4-FFF2-40B4-BE49-F238E27FC236}">
                    <a16:creationId xmlns:a16="http://schemas.microsoft.com/office/drawing/2014/main" id="{BA333A3C-7D6A-A9EB-0C3C-A800D1786E04}"/>
                  </a:ext>
                </a:extLst>
              </p:cNvPr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6" name="Google Shape;10526;p47">
                <a:extLst>
                  <a:ext uri="{FF2B5EF4-FFF2-40B4-BE49-F238E27FC236}">
                    <a16:creationId xmlns:a16="http://schemas.microsoft.com/office/drawing/2014/main" id="{F8DD4A21-668C-F777-B0ED-9D970A7BF246}"/>
                  </a:ext>
                </a:extLst>
              </p:cNvPr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7" name="Google Shape;10527;p47">
                <a:extLst>
                  <a:ext uri="{FF2B5EF4-FFF2-40B4-BE49-F238E27FC236}">
                    <a16:creationId xmlns:a16="http://schemas.microsoft.com/office/drawing/2014/main" id="{B4837D30-CA7C-3414-3E7A-98FA6E046804}"/>
                  </a:ext>
                </a:extLst>
              </p:cNvPr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8" name="Google Shape;10528;p47">
                <a:extLst>
                  <a:ext uri="{FF2B5EF4-FFF2-40B4-BE49-F238E27FC236}">
                    <a16:creationId xmlns:a16="http://schemas.microsoft.com/office/drawing/2014/main" id="{1189FB33-735F-ED3A-9597-0391B8A49AAD}"/>
                  </a:ext>
                </a:extLst>
              </p:cNvPr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9" name="Google Shape;10529;p47">
                <a:extLst>
                  <a:ext uri="{FF2B5EF4-FFF2-40B4-BE49-F238E27FC236}">
                    <a16:creationId xmlns:a16="http://schemas.microsoft.com/office/drawing/2014/main" id="{EEB2F837-B7DC-C6CD-ABC8-E227C03B7562}"/>
                  </a:ext>
                </a:extLst>
              </p:cNvPr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0" name="Google Shape;10530;p47">
                <a:extLst>
                  <a:ext uri="{FF2B5EF4-FFF2-40B4-BE49-F238E27FC236}">
                    <a16:creationId xmlns:a16="http://schemas.microsoft.com/office/drawing/2014/main" id="{1CC69762-48F6-7304-DEFB-87779B600A90}"/>
                  </a:ext>
                </a:extLst>
              </p:cNvPr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1" name="Google Shape;10531;p47">
                <a:extLst>
                  <a:ext uri="{FF2B5EF4-FFF2-40B4-BE49-F238E27FC236}">
                    <a16:creationId xmlns:a16="http://schemas.microsoft.com/office/drawing/2014/main" id="{A15C214B-0DAC-CC86-DAC2-02847D099DC2}"/>
                  </a:ext>
                </a:extLst>
              </p:cNvPr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2" name="Google Shape;10532;p47">
                <a:extLst>
                  <a:ext uri="{FF2B5EF4-FFF2-40B4-BE49-F238E27FC236}">
                    <a16:creationId xmlns:a16="http://schemas.microsoft.com/office/drawing/2014/main" id="{6C30CC91-5A1B-A67E-7061-EC642635726F}"/>
                  </a:ext>
                </a:extLst>
              </p:cNvPr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3" name="Google Shape;10533;p47">
                <a:extLst>
                  <a:ext uri="{FF2B5EF4-FFF2-40B4-BE49-F238E27FC236}">
                    <a16:creationId xmlns:a16="http://schemas.microsoft.com/office/drawing/2014/main" id="{FF6D7CF4-210F-C352-1EAB-04BC0959358A}"/>
                  </a:ext>
                </a:extLst>
              </p:cNvPr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4" name="Google Shape;10534;p47">
                <a:extLst>
                  <a:ext uri="{FF2B5EF4-FFF2-40B4-BE49-F238E27FC236}">
                    <a16:creationId xmlns:a16="http://schemas.microsoft.com/office/drawing/2014/main" id="{C405F11C-1027-432F-9A75-27B7D5B50CE2}"/>
                  </a:ext>
                </a:extLst>
              </p:cNvPr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5" name="Google Shape;10535;p47">
                <a:extLst>
                  <a:ext uri="{FF2B5EF4-FFF2-40B4-BE49-F238E27FC236}">
                    <a16:creationId xmlns:a16="http://schemas.microsoft.com/office/drawing/2014/main" id="{DAE976B8-6361-C4AD-C8E6-01E3785BE6AB}"/>
                  </a:ext>
                </a:extLst>
              </p:cNvPr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6" name="Google Shape;10536;p47">
                <a:extLst>
                  <a:ext uri="{FF2B5EF4-FFF2-40B4-BE49-F238E27FC236}">
                    <a16:creationId xmlns:a16="http://schemas.microsoft.com/office/drawing/2014/main" id="{66DDA6AA-8C98-C809-6B53-65011427210A}"/>
                  </a:ext>
                </a:extLst>
              </p:cNvPr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7" name="Google Shape;10537;p47">
                <a:extLst>
                  <a:ext uri="{FF2B5EF4-FFF2-40B4-BE49-F238E27FC236}">
                    <a16:creationId xmlns:a16="http://schemas.microsoft.com/office/drawing/2014/main" id="{FA50E6B8-7C44-3803-F9EA-C9ADF76B1484}"/>
                  </a:ext>
                </a:extLst>
              </p:cNvPr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8" name="Google Shape;10538;p47">
                <a:extLst>
                  <a:ext uri="{FF2B5EF4-FFF2-40B4-BE49-F238E27FC236}">
                    <a16:creationId xmlns:a16="http://schemas.microsoft.com/office/drawing/2014/main" id="{DCA59093-8746-29E2-5FCA-CD8E079B803A}"/>
                  </a:ext>
                </a:extLst>
              </p:cNvPr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9" name="Google Shape;10539;p47">
                <a:extLst>
                  <a:ext uri="{FF2B5EF4-FFF2-40B4-BE49-F238E27FC236}">
                    <a16:creationId xmlns:a16="http://schemas.microsoft.com/office/drawing/2014/main" id="{D8C3A903-B100-EE81-2D45-3B607F6B8BE6}"/>
                  </a:ext>
                </a:extLst>
              </p:cNvPr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0" name="Google Shape;10540;p47">
                <a:extLst>
                  <a:ext uri="{FF2B5EF4-FFF2-40B4-BE49-F238E27FC236}">
                    <a16:creationId xmlns:a16="http://schemas.microsoft.com/office/drawing/2014/main" id="{0E4EE03C-3AAC-82A9-47E6-B46326857A34}"/>
                  </a:ext>
                </a:extLst>
              </p:cNvPr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1" name="Google Shape;10541;p47">
                <a:extLst>
                  <a:ext uri="{FF2B5EF4-FFF2-40B4-BE49-F238E27FC236}">
                    <a16:creationId xmlns:a16="http://schemas.microsoft.com/office/drawing/2014/main" id="{75939BCB-E0F5-6225-827A-893385ECA5CB}"/>
                  </a:ext>
                </a:extLst>
              </p:cNvPr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2" name="Google Shape;10542;p47">
                <a:extLst>
                  <a:ext uri="{FF2B5EF4-FFF2-40B4-BE49-F238E27FC236}">
                    <a16:creationId xmlns:a16="http://schemas.microsoft.com/office/drawing/2014/main" id="{927AB561-129F-AA6F-4E97-9D11ABF774BE}"/>
                  </a:ext>
                </a:extLst>
              </p:cNvPr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3" name="Google Shape;10543;p47">
                <a:extLst>
                  <a:ext uri="{FF2B5EF4-FFF2-40B4-BE49-F238E27FC236}">
                    <a16:creationId xmlns:a16="http://schemas.microsoft.com/office/drawing/2014/main" id="{F303B4FF-9E92-54D6-98BA-A0D2CB97B9C4}"/>
                  </a:ext>
                </a:extLst>
              </p:cNvPr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4" name="Google Shape;10544;p47">
                <a:extLst>
                  <a:ext uri="{FF2B5EF4-FFF2-40B4-BE49-F238E27FC236}">
                    <a16:creationId xmlns:a16="http://schemas.microsoft.com/office/drawing/2014/main" id="{EFA811D7-DBDC-0E80-1711-11A83F61024B}"/>
                  </a:ext>
                </a:extLst>
              </p:cNvPr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5" name="Google Shape;10545;p47">
                <a:extLst>
                  <a:ext uri="{FF2B5EF4-FFF2-40B4-BE49-F238E27FC236}">
                    <a16:creationId xmlns:a16="http://schemas.microsoft.com/office/drawing/2014/main" id="{EB39F5FA-528B-4CC2-0D28-90E3B5499538}"/>
                  </a:ext>
                </a:extLst>
              </p:cNvPr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6" name="Google Shape;10546;p47">
                <a:extLst>
                  <a:ext uri="{FF2B5EF4-FFF2-40B4-BE49-F238E27FC236}">
                    <a16:creationId xmlns:a16="http://schemas.microsoft.com/office/drawing/2014/main" id="{6705AFC4-09BB-C4CB-0D6B-B9E3E0A2886F}"/>
                  </a:ext>
                </a:extLst>
              </p:cNvPr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7" name="Google Shape;10547;p47">
                <a:extLst>
                  <a:ext uri="{FF2B5EF4-FFF2-40B4-BE49-F238E27FC236}">
                    <a16:creationId xmlns:a16="http://schemas.microsoft.com/office/drawing/2014/main" id="{C739F689-3B09-4A79-1554-07A40D9C7D93}"/>
                  </a:ext>
                </a:extLst>
              </p:cNvPr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8" name="Google Shape;10548;p47">
                <a:extLst>
                  <a:ext uri="{FF2B5EF4-FFF2-40B4-BE49-F238E27FC236}">
                    <a16:creationId xmlns:a16="http://schemas.microsoft.com/office/drawing/2014/main" id="{F66EE96A-8A58-2228-2A17-92F080986863}"/>
                  </a:ext>
                </a:extLst>
              </p:cNvPr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9" name="Google Shape;10549;p47">
                <a:extLst>
                  <a:ext uri="{FF2B5EF4-FFF2-40B4-BE49-F238E27FC236}">
                    <a16:creationId xmlns:a16="http://schemas.microsoft.com/office/drawing/2014/main" id="{61C6ECD1-BE8F-53BA-8613-399DC6824D30}"/>
                  </a:ext>
                </a:extLst>
              </p:cNvPr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0" name="Google Shape;10550;p47">
                <a:extLst>
                  <a:ext uri="{FF2B5EF4-FFF2-40B4-BE49-F238E27FC236}">
                    <a16:creationId xmlns:a16="http://schemas.microsoft.com/office/drawing/2014/main" id="{D1C32EEB-19E2-3AFC-1DC3-57BD70D4187A}"/>
                  </a:ext>
                </a:extLst>
              </p:cNvPr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1" name="Google Shape;10551;p47">
                <a:extLst>
                  <a:ext uri="{FF2B5EF4-FFF2-40B4-BE49-F238E27FC236}">
                    <a16:creationId xmlns:a16="http://schemas.microsoft.com/office/drawing/2014/main" id="{7B69424D-6C46-2841-EDD2-583BCF7A2CB0}"/>
                  </a:ext>
                </a:extLst>
              </p:cNvPr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2" name="Google Shape;10552;p47">
                <a:extLst>
                  <a:ext uri="{FF2B5EF4-FFF2-40B4-BE49-F238E27FC236}">
                    <a16:creationId xmlns:a16="http://schemas.microsoft.com/office/drawing/2014/main" id="{4E1D9966-98AA-CDEA-5599-A7187C612E5D}"/>
                  </a:ext>
                </a:extLst>
              </p:cNvPr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3" name="Google Shape;10553;p47">
                <a:extLst>
                  <a:ext uri="{FF2B5EF4-FFF2-40B4-BE49-F238E27FC236}">
                    <a16:creationId xmlns:a16="http://schemas.microsoft.com/office/drawing/2014/main" id="{D22EA717-232C-61DB-67DE-EB20B9AFB5A1}"/>
                  </a:ext>
                </a:extLst>
              </p:cNvPr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4" name="Google Shape;10554;p47">
                <a:extLst>
                  <a:ext uri="{FF2B5EF4-FFF2-40B4-BE49-F238E27FC236}">
                    <a16:creationId xmlns:a16="http://schemas.microsoft.com/office/drawing/2014/main" id="{E7B08C87-E86E-8CE9-4234-1E69FD9F26BE}"/>
                  </a:ext>
                </a:extLst>
              </p:cNvPr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5" name="Google Shape;10555;p47">
                <a:extLst>
                  <a:ext uri="{FF2B5EF4-FFF2-40B4-BE49-F238E27FC236}">
                    <a16:creationId xmlns:a16="http://schemas.microsoft.com/office/drawing/2014/main" id="{56E8C16B-2B68-F475-66AA-A8CA32C1CDC4}"/>
                  </a:ext>
                </a:extLst>
              </p:cNvPr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6" name="Google Shape;10556;p47">
                <a:extLst>
                  <a:ext uri="{FF2B5EF4-FFF2-40B4-BE49-F238E27FC236}">
                    <a16:creationId xmlns:a16="http://schemas.microsoft.com/office/drawing/2014/main" id="{2D5C91A9-A2A1-5E72-A693-C61093025529}"/>
                  </a:ext>
                </a:extLst>
              </p:cNvPr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7" name="Google Shape;10557;p47">
                <a:extLst>
                  <a:ext uri="{FF2B5EF4-FFF2-40B4-BE49-F238E27FC236}">
                    <a16:creationId xmlns:a16="http://schemas.microsoft.com/office/drawing/2014/main" id="{DA139DDE-294B-7C6C-0015-752B5077BA5E}"/>
                  </a:ext>
                </a:extLst>
              </p:cNvPr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8" name="Google Shape;10558;p47">
                <a:extLst>
                  <a:ext uri="{FF2B5EF4-FFF2-40B4-BE49-F238E27FC236}">
                    <a16:creationId xmlns:a16="http://schemas.microsoft.com/office/drawing/2014/main" id="{074D63FD-2B52-788C-C7D0-20FC932742E1}"/>
                  </a:ext>
                </a:extLst>
              </p:cNvPr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9" name="Google Shape;10559;p47">
                <a:extLst>
                  <a:ext uri="{FF2B5EF4-FFF2-40B4-BE49-F238E27FC236}">
                    <a16:creationId xmlns:a16="http://schemas.microsoft.com/office/drawing/2014/main" id="{5DDA4B9E-1D1D-3F6B-A69B-75251E9AE76D}"/>
                  </a:ext>
                </a:extLst>
              </p:cNvPr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0" name="Google Shape;10560;p47">
                <a:extLst>
                  <a:ext uri="{FF2B5EF4-FFF2-40B4-BE49-F238E27FC236}">
                    <a16:creationId xmlns:a16="http://schemas.microsoft.com/office/drawing/2014/main" id="{DC33F7F1-F6CA-4E6F-C58D-34A35996AA6C}"/>
                  </a:ext>
                </a:extLst>
              </p:cNvPr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1" name="Google Shape;10561;p47">
                <a:extLst>
                  <a:ext uri="{FF2B5EF4-FFF2-40B4-BE49-F238E27FC236}">
                    <a16:creationId xmlns:a16="http://schemas.microsoft.com/office/drawing/2014/main" id="{9D216F09-3935-5F8D-F79B-5D6CD6255825}"/>
                  </a:ext>
                </a:extLst>
              </p:cNvPr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2" name="Google Shape;10562;p47">
                <a:extLst>
                  <a:ext uri="{FF2B5EF4-FFF2-40B4-BE49-F238E27FC236}">
                    <a16:creationId xmlns:a16="http://schemas.microsoft.com/office/drawing/2014/main" id="{FA2B6CC6-D4A4-1754-C8E6-B688F821CB5A}"/>
                  </a:ext>
                </a:extLst>
              </p:cNvPr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3" name="Google Shape;10563;p47">
                <a:extLst>
                  <a:ext uri="{FF2B5EF4-FFF2-40B4-BE49-F238E27FC236}">
                    <a16:creationId xmlns:a16="http://schemas.microsoft.com/office/drawing/2014/main" id="{E63CBD24-3D68-1F11-0217-ADD4EA0E480F}"/>
                  </a:ext>
                </a:extLst>
              </p:cNvPr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4" name="Google Shape;10564;p47">
                <a:extLst>
                  <a:ext uri="{FF2B5EF4-FFF2-40B4-BE49-F238E27FC236}">
                    <a16:creationId xmlns:a16="http://schemas.microsoft.com/office/drawing/2014/main" id="{2A77118E-712D-0E43-294C-AD8EFE853DEB}"/>
                  </a:ext>
                </a:extLst>
              </p:cNvPr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5" name="Google Shape;10565;p47">
                <a:extLst>
                  <a:ext uri="{FF2B5EF4-FFF2-40B4-BE49-F238E27FC236}">
                    <a16:creationId xmlns:a16="http://schemas.microsoft.com/office/drawing/2014/main" id="{CF66649A-DAF4-F53B-139E-1E33DCD78526}"/>
                  </a:ext>
                </a:extLst>
              </p:cNvPr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6" name="Google Shape;10566;p47">
                <a:extLst>
                  <a:ext uri="{FF2B5EF4-FFF2-40B4-BE49-F238E27FC236}">
                    <a16:creationId xmlns:a16="http://schemas.microsoft.com/office/drawing/2014/main" id="{52D342D1-68C3-2B26-8508-3A20916A6C36}"/>
                  </a:ext>
                </a:extLst>
              </p:cNvPr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67" name="Google Shape;10567;p47">
              <a:extLst>
                <a:ext uri="{FF2B5EF4-FFF2-40B4-BE49-F238E27FC236}">
                  <a16:creationId xmlns:a16="http://schemas.microsoft.com/office/drawing/2014/main" id="{D2688368-8BBD-E380-70C5-761C5CB99368}"/>
                </a:ext>
              </a:extLst>
            </p:cNvPr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10568" name="Google Shape;10568;p47">
                <a:extLst>
                  <a:ext uri="{FF2B5EF4-FFF2-40B4-BE49-F238E27FC236}">
                    <a16:creationId xmlns:a16="http://schemas.microsoft.com/office/drawing/2014/main" id="{F54593AF-FAEB-A269-8550-ECD76C584C3E}"/>
                  </a:ext>
                </a:extLst>
              </p:cNvPr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9" name="Google Shape;10569;p47">
                <a:extLst>
                  <a:ext uri="{FF2B5EF4-FFF2-40B4-BE49-F238E27FC236}">
                    <a16:creationId xmlns:a16="http://schemas.microsoft.com/office/drawing/2014/main" id="{68BD14F9-4FD8-318E-291F-F4A8250B468C}"/>
                  </a:ext>
                </a:extLst>
              </p:cNvPr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0" name="Google Shape;10570;p47">
                <a:extLst>
                  <a:ext uri="{FF2B5EF4-FFF2-40B4-BE49-F238E27FC236}">
                    <a16:creationId xmlns:a16="http://schemas.microsoft.com/office/drawing/2014/main" id="{A20A7141-A4D5-E4FA-2713-F484793B2F6A}"/>
                  </a:ext>
                </a:extLst>
              </p:cNvPr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1" name="Google Shape;10571;p47">
                <a:extLst>
                  <a:ext uri="{FF2B5EF4-FFF2-40B4-BE49-F238E27FC236}">
                    <a16:creationId xmlns:a16="http://schemas.microsoft.com/office/drawing/2014/main" id="{136841DD-9250-AD86-09C4-E7F2F6751C7B}"/>
                  </a:ext>
                </a:extLst>
              </p:cNvPr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2" name="Google Shape;10572;p47">
                <a:extLst>
                  <a:ext uri="{FF2B5EF4-FFF2-40B4-BE49-F238E27FC236}">
                    <a16:creationId xmlns:a16="http://schemas.microsoft.com/office/drawing/2014/main" id="{02C79B55-7ED0-305F-D47B-9E2CE450F91E}"/>
                  </a:ext>
                </a:extLst>
              </p:cNvPr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3" name="Google Shape;10573;p47">
                <a:extLst>
                  <a:ext uri="{FF2B5EF4-FFF2-40B4-BE49-F238E27FC236}">
                    <a16:creationId xmlns:a16="http://schemas.microsoft.com/office/drawing/2014/main" id="{95D58A26-3ADE-47BA-5AE8-D24E6EE690A7}"/>
                  </a:ext>
                </a:extLst>
              </p:cNvPr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4" name="Google Shape;10574;p47">
                <a:extLst>
                  <a:ext uri="{FF2B5EF4-FFF2-40B4-BE49-F238E27FC236}">
                    <a16:creationId xmlns:a16="http://schemas.microsoft.com/office/drawing/2014/main" id="{3E1D025B-78D6-FE07-C770-DFCB1CAC11C9}"/>
                  </a:ext>
                </a:extLst>
              </p:cNvPr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5" name="Google Shape;10575;p47">
                <a:extLst>
                  <a:ext uri="{FF2B5EF4-FFF2-40B4-BE49-F238E27FC236}">
                    <a16:creationId xmlns:a16="http://schemas.microsoft.com/office/drawing/2014/main" id="{529FCDB4-B689-E168-14D3-6B5CC9729259}"/>
                  </a:ext>
                </a:extLst>
              </p:cNvPr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6" name="Google Shape;10576;p47">
                <a:extLst>
                  <a:ext uri="{FF2B5EF4-FFF2-40B4-BE49-F238E27FC236}">
                    <a16:creationId xmlns:a16="http://schemas.microsoft.com/office/drawing/2014/main" id="{F884B9EA-ED98-A487-6657-A570491A60C2}"/>
                  </a:ext>
                </a:extLst>
              </p:cNvPr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7" name="Google Shape;10577;p47">
                <a:extLst>
                  <a:ext uri="{FF2B5EF4-FFF2-40B4-BE49-F238E27FC236}">
                    <a16:creationId xmlns:a16="http://schemas.microsoft.com/office/drawing/2014/main" id="{CB1237CB-0070-38E8-44DA-6436DCE43337}"/>
                  </a:ext>
                </a:extLst>
              </p:cNvPr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8" name="Google Shape;10578;p47">
                <a:extLst>
                  <a:ext uri="{FF2B5EF4-FFF2-40B4-BE49-F238E27FC236}">
                    <a16:creationId xmlns:a16="http://schemas.microsoft.com/office/drawing/2014/main" id="{A430540F-BCBB-AB2D-6876-2F928A823C37}"/>
                  </a:ext>
                </a:extLst>
              </p:cNvPr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9" name="Google Shape;10579;p47">
                <a:extLst>
                  <a:ext uri="{FF2B5EF4-FFF2-40B4-BE49-F238E27FC236}">
                    <a16:creationId xmlns:a16="http://schemas.microsoft.com/office/drawing/2014/main" id="{8B3230F8-B163-7FD3-F287-84D0BA3364C7}"/>
                  </a:ext>
                </a:extLst>
              </p:cNvPr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0" name="Google Shape;10580;p47">
                <a:extLst>
                  <a:ext uri="{FF2B5EF4-FFF2-40B4-BE49-F238E27FC236}">
                    <a16:creationId xmlns:a16="http://schemas.microsoft.com/office/drawing/2014/main" id="{02054BCB-059D-BC4A-0FDD-565D8B69B95C}"/>
                  </a:ext>
                </a:extLst>
              </p:cNvPr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1" name="Google Shape;10581;p47">
                <a:extLst>
                  <a:ext uri="{FF2B5EF4-FFF2-40B4-BE49-F238E27FC236}">
                    <a16:creationId xmlns:a16="http://schemas.microsoft.com/office/drawing/2014/main" id="{789453A2-6ECE-7A88-1FC7-ECBE006D0E97}"/>
                  </a:ext>
                </a:extLst>
              </p:cNvPr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2" name="Google Shape;10582;p47">
                <a:extLst>
                  <a:ext uri="{FF2B5EF4-FFF2-40B4-BE49-F238E27FC236}">
                    <a16:creationId xmlns:a16="http://schemas.microsoft.com/office/drawing/2014/main" id="{8825D2DB-3CED-598E-C521-9902BAE8293D}"/>
                  </a:ext>
                </a:extLst>
              </p:cNvPr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3" name="Google Shape;10583;p47">
                <a:extLst>
                  <a:ext uri="{FF2B5EF4-FFF2-40B4-BE49-F238E27FC236}">
                    <a16:creationId xmlns:a16="http://schemas.microsoft.com/office/drawing/2014/main" id="{D5BF1150-6602-286B-00E0-87AA0DACA94B}"/>
                  </a:ext>
                </a:extLst>
              </p:cNvPr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4" name="Google Shape;10584;p47">
                <a:extLst>
                  <a:ext uri="{FF2B5EF4-FFF2-40B4-BE49-F238E27FC236}">
                    <a16:creationId xmlns:a16="http://schemas.microsoft.com/office/drawing/2014/main" id="{42A317FB-75A2-F514-63C6-3515A653C382}"/>
                  </a:ext>
                </a:extLst>
              </p:cNvPr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5" name="Google Shape;10585;p47">
                <a:extLst>
                  <a:ext uri="{FF2B5EF4-FFF2-40B4-BE49-F238E27FC236}">
                    <a16:creationId xmlns:a16="http://schemas.microsoft.com/office/drawing/2014/main" id="{FA799441-85AC-9325-A2B2-CE49975D045F}"/>
                  </a:ext>
                </a:extLst>
              </p:cNvPr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6" name="Google Shape;10586;p47">
                <a:extLst>
                  <a:ext uri="{FF2B5EF4-FFF2-40B4-BE49-F238E27FC236}">
                    <a16:creationId xmlns:a16="http://schemas.microsoft.com/office/drawing/2014/main" id="{934ABDD1-1914-BE42-51D2-FA83CF5858DC}"/>
                  </a:ext>
                </a:extLst>
              </p:cNvPr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7" name="Google Shape;10587;p47">
                <a:extLst>
                  <a:ext uri="{FF2B5EF4-FFF2-40B4-BE49-F238E27FC236}">
                    <a16:creationId xmlns:a16="http://schemas.microsoft.com/office/drawing/2014/main" id="{22197B23-98BE-515E-F54A-E8C38A6CBDB8}"/>
                  </a:ext>
                </a:extLst>
              </p:cNvPr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8" name="Google Shape;10588;p47">
                <a:extLst>
                  <a:ext uri="{FF2B5EF4-FFF2-40B4-BE49-F238E27FC236}">
                    <a16:creationId xmlns:a16="http://schemas.microsoft.com/office/drawing/2014/main" id="{1E436CC2-0D38-083D-596A-6ABA8F497D87}"/>
                  </a:ext>
                </a:extLst>
              </p:cNvPr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9" name="Google Shape;10589;p47">
                <a:extLst>
                  <a:ext uri="{FF2B5EF4-FFF2-40B4-BE49-F238E27FC236}">
                    <a16:creationId xmlns:a16="http://schemas.microsoft.com/office/drawing/2014/main" id="{4C84B5FF-D877-EB38-01A5-0AA39DCB90BD}"/>
                  </a:ext>
                </a:extLst>
              </p:cNvPr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0" name="Google Shape;10590;p47">
                <a:extLst>
                  <a:ext uri="{FF2B5EF4-FFF2-40B4-BE49-F238E27FC236}">
                    <a16:creationId xmlns:a16="http://schemas.microsoft.com/office/drawing/2014/main" id="{3F7F0D15-6B80-5CB7-7954-617E9B33A466}"/>
                  </a:ext>
                </a:extLst>
              </p:cNvPr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1" name="Google Shape;10591;p47">
                <a:extLst>
                  <a:ext uri="{FF2B5EF4-FFF2-40B4-BE49-F238E27FC236}">
                    <a16:creationId xmlns:a16="http://schemas.microsoft.com/office/drawing/2014/main" id="{9EF2E12D-7883-F4E7-699A-534D03038C5C}"/>
                  </a:ext>
                </a:extLst>
              </p:cNvPr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2" name="Google Shape;10592;p47">
                <a:extLst>
                  <a:ext uri="{FF2B5EF4-FFF2-40B4-BE49-F238E27FC236}">
                    <a16:creationId xmlns:a16="http://schemas.microsoft.com/office/drawing/2014/main" id="{0A2D15D0-6212-5EEF-7D32-6537B43F886D}"/>
                  </a:ext>
                </a:extLst>
              </p:cNvPr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3" name="Google Shape;10593;p47">
                <a:extLst>
                  <a:ext uri="{FF2B5EF4-FFF2-40B4-BE49-F238E27FC236}">
                    <a16:creationId xmlns:a16="http://schemas.microsoft.com/office/drawing/2014/main" id="{65B11708-702F-C787-B1B1-2C0FC627510D}"/>
                  </a:ext>
                </a:extLst>
              </p:cNvPr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4" name="Google Shape;10594;p47">
                <a:extLst>
                  <a:ext uri="{FF2B5EF4-FFF2-40B4-BE49-F238E27FC236}">
                    <a16:creationId xmlns:a16="http://schemas.microsoft.com/office/drawing/2014/main" id="{C1E03CF3-EB85-54A7-1E3E-8B005179CE43}"/>
                  </a:ext>
                </a:extLst>
              </p:cNvPr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5" name="Google Shape;10595;p47">
                <a:extLst>
                  <a:ext uri="{FF2B5EF4-FFF2-40B4-BE49-F238E27FC236}">
                    <a16:creationId xmlns:a16="http://schemas.microsoft.com/office/drawing/2014/main" id="{0CB0A97C-06FD-B860-9AD9-9CD60C13C169}"/>
                  </a:ext>
                </a:extLst>
              </p:cNvPr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6" name="Google Shape;10596;p47">
                <a:extLst>
                  <a:ext uri="{FF2B5EF4-FFF2-40B4-BE49-F238E27FC236}">
                    <a16:creationId xmlns:a16="http://schemas.microsoft.com/office/drawing/2014/main" id="{841C3774-F8F0-04DF-1E0C-033AB8577E92}"/>
                  </a:ext>
                </a:extLst>
              </p:cNvPr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7" name="Google Shape;10597;p47">
                <a:extLst>
                  <a:ext uri="{FF2B5EF4-FFF2-40B4-BE49-F238E27FC236}">
                    <a16:creationId xmlns:a16="http://schemas.microsoft.com/office/drawing/2014/main" id="{C891639D-809C-DB91-49CE-94DFB0A329B5}"/>
                  </a:ext>
                </a:extLst>
              </p:cNvPr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8" name="Google Shape;10598;p47">
                <a:extLst>
                  <a:ext uri="{FF2B5EF4-FFF2-40B4-BE49-F238E27FC236}">
                    <a16:creationId xmlns:a16="http://schemas.microsoft.com/office/drawing/2014/main" id="{B6C6B28E-9EC5-8BDE-8C76-A60EA5C49415}"/>
                  </a:ext>
                </a:extLst>
              </p:cNvPr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9" name="Google Shape;10599;p47">
                <a:extLst>
                  <a:ext uri="{FF2B5EF4-FFF2-40B4-BE49-F238E27FC236}">
                    <a16:creationId xmlns:a16="http://schemas.microsoft.com/office/drawing/2014/main" id="{F4EB2714-E8B0-1901-CF5A-AC448F31AE11}"/>
                  </a:ext>
                </a:extLst>
              </p:cNvPr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0" name="Google Shape;10600;p47">
                <a:extLst>
                  <a:ext uri="{FF2B5EF4-FFF2-40B4-BE49-F238E27FC236}">
                    <a16:creationId xmlns:a16="http://schemas.microsoft.com/office/drawing/2014/main" id="{B9C374C9-84DC-0578-41B5-F1FFA99E8769}"/>
                  </a:ext>
                </a:extLst>
              </p:cNvPr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1" name="Google Shape;10601;p47">
                <a:extLst>
                  <a:ext uri="{FF2B5EF4-FFF2-40B4-BE49-F238E27FC236}">
                    <a16:creationId xmlns:a16="http://schemas.microsoft.com/office/drawing/2014/main" id="{B72BC71C-BA61-7961-C14F-420E91ADE984}"/>
                  </a:ext>
                </a:extLst>
              </p:cNvPr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2" name="Google Shape;10602;p47">
                <a:extLst>
                  <a:ext uri="{FF2B5EF4-FFF2-40B4-BE49-F238E27FC236}">
                    <a16:creationId xmlns:a16="http://schemas.microsoft.com/office/drawing/2014/main" id="{DA546A6D-6A00-CE3A-4D34-126A613D4D0C}"/>
                  </a:ext>
                </a:extLst>
              </p:cNvPr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3" name="Google Shape;10603;p47">
                <a:extLst>
                  <a:ext uri="{FF2B5EF4-FFF2-40B4-BE49-F238E27FC236}">
                    <a16:creationId xmlns:a16="http://schemas.microsoft.com/office/drawing/2014/main" id="{91941BA7-17DB-035D-5B4C-3CDFE19664CF}"/>
                  </a:ext>
                </a:extLst>
              </p:cNvPr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4" name="Google Shape;10604;p47">
                <a:extLst>
                  <a:ext uri="{FF2B5EF4-FFF2-40B4-BE49-F238E27FC236}">
                    <a16:creationId xmlns:a16="http://schemas.microsoft.com/office/drawing/2014/main" id="{D543F20D-4960-C5EF-49B0-A596DEFB1EAF}"/>
                  </a:ext>
                </a:extLst>
              </p:cNvPr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5" name="Google Shape;10605;p47">
                <a:extLst>
                  <a:ext uri="{FF2B5EF4-FFF2-40B4-BE49-F238E27FC236}">
                    <a16:creationId xmlns:a16="http://schemas.microsoft.com/office/drawing/2014/main" id="{ECB24F23-AC11-728D-CAE4-CFDB338C9AC4}"/>
                  </a:ext>
                </a:extLst>
              </p:cNvPr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6" name="Google Shape;10606;p47">
                <a:extLst>
                  <a:ext uri="{FF2B5EF4-FFF2-40B4-BE49-F238E27FC236}">
                    <a16:creationId xmlns:a16="http://schemas.microsoft.com/office/drawing/2014/main" id="{82109E18-404B-AF6D-8A31-EC6AFAEA812B}"/>
                  </a:ext>
                </a:extLst>
              </p:cNvPr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7" name="Google Shape;10607;p47">
                <a:extLst>
                  <a:ext uri="{FF2B5EF4-FFF2-40B4-BE49-F238E27FC236}">
                    <a16:creationId xmlns:a16="http://schemas.microsoft.com/office/drawing/2014/main" id="{3CAC37E3-1AB7-F2DC-D5DE-857DD3B3DE95}"/>
                  </a:ext>
                </a:extLst>
              </p:cNvPr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8" name="Google Shape;10608;p47">
                <a:extLst>
                  <a:ext uri="{FF2B5EF4-FFF2-40B4-BE49-F238E27FC236}">
                    <a16:creationId xmlns:a16="http://schemas.microsoft.com/office/drawing/2014/main" id="{EA8A2750-0099-D867-B3A2-F8C422EBA3D2}"/>
                  </a:ext>
                </a:extLst>
              </p:cNvPr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9" name="Google Shape;10609;p47">
                <a:extLst>
                  <a:ext uri="{FF2B5EF4-FFF2-40B4-BE49-F238E27FC236}">
                    <a16:creationId xmlns:a16="http://schemas.microsoft.com/office/drawing/2014/main" id="{D88B5DA3-3DA9-60B0-4548-9A25619BEC55}"/>
                  </a:ext>
                </a:extLst>
              </p:cNvPr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0" name="Google Shape;10610;p47">
                <a:extLst>
                  <a:ext uri="{FF2B5EF4-FFF2-40B4-BE49-F238E27FC236}">
                    <a16:creationId xmlns:a16="http://schemas.microsoft.com/office/drawing/2014/main" id="{AD9DCFD3-12BB-45AE-B359-A06D64B589D3}"/>
                  </a:ext>
                </a:extLst>
              </p:cNvPr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1" name="Google Shape;10611;p47">
                <a:extLst>
                  <a:ext uri="{FF2B5EF4-FFF2-40B4-BE49-F238E27FC236}">
                    <a16:creationId xmlns:a16="http://schemas.microsoft.com/office/drawing/2014/main" id="{CA2D4864-CFDE-56C5-9F5A-5E933C04D754}"/>
                  </a:ext>
                </a:extLst>
              </p:cNvPr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2" name="Google Shape;10612;p47">
                <a:extLst>
                  <a:ext uri="{FF2B5EF4-FFF2-40B4-BE49-F238E27FC236}">
                    <a16:creationId xmlns:a16="http://schemas.microsoft.com/office/drawing/2014/main" id="{0BBE6137-DE66-E0E1-456C-20E6F2FC57C6}"/>
                  </a:ext>
                </a:extLst>
              </p:cNvPr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3" name="Google Shape;10613;p47">
                <a:extLst>
                  <a:ext uri="{FF2B5EF4-FFF2-40B4-BE49-F238E27FC236}">
                    <a16:creationId xmlns:a16="http://schemas.microsoft.com/office/drawing/2014/main" id="{000C1B17-D900-37E4-D790-01263CFC8327}"/>
                  </a:ext>
                </a:extLst>
              </p:cNvPr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4" name="Google Shape;10614;p47">
                <a:extLst>
                  <a:ext uri="{FF2B5EF4-FFF2-40B4-BE49-F238E27FC236}">
                    <a16:creationId xmlns:a16="http://schemas.microsoft.com/office/drawing/2014/main" id="{22C57541-BD89-C0C7-6FD1-5F79CD1B29C5}"/>
                  </a:ext>
                </a:extLst>
              </p:cNvPr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15" name="Google Shape;10615;p47">
              <a:extLst>
                <a:ext uri="{FF2B5EF4-FFF2-40B4-BE49-F238E27FC236}">
                  <a16:creationId xmlns:a16="http://schemas.microsoft.com/office/drawing/2014/main" id="{B9397530-7655-7AF4-A167-8DDF36714955}"/>
                </a:ext>
              </a:extLst>
            </p:cNvPr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10616" name="Google Shape;10616;p47">
                <a:extLst>
                  <a:ext uri="{FF2B5EF4-FFF2-40B4-BE49-F238E27FC236}">
                    <a16:creationId xmlns:a16="http://schemas.microsoft.com/office/drawing/2014/main" id="{6A7B3CE0-8BCD-1A75-666B-270B2682EEE8}"/>
                  </a:ext>
                </a:extLst>
              </p:cNvPr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7" name="Google Shape;10617;p47">
                <a:extLst>
                  <a:ext uri="{FF2B5EF4-FFF2-40B4-BE49-F238E27FC236}">
                    <a16:creationId xmlns:a16="http://schemas.microsoft.com/office/drawing/2014/main" id="{ADAED71E-D963-89B7-4914-4F21AE1B63EA}"/>
                  </a:ext>
                </a:extLst>
              </p:cNvPr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8" name="Google Shape;10618;p47">
                <a:extLst>
                  <a:ext uri="{FF2B5EF4-FFF2-40B4-BE49-F238E27FC236}">
                    <a16:creationId xmlns:a16="http://schemas.microsoft.com/office/drawing/2014/main" id="{3EC7DF58-A393-A537-5B8F-FDF7FA3D4A0E}"/>
                  </a:ext>
                </a:extLst>
              </p:cNvPr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9" name="Google Shape;10619;p47">
                <a:extLst>
                  <a:ext uri="{FF2B5EF4-FFF2-40B4-BE49-F238E27FC236}">
                    <a16:creationId xmlns:a16="http://schemas.microsoft.com/office/drawing/2014/main" id="{4131EDAE-2B3A-729D-1A51-BFAA1FFE0138}"/>
                  </a:ext>
                </a:extLst>
              </p:cNvPr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0" name="Google Shape;10620;p47">
                <a:extLst>
                  <a:ext uri="{FF2B5EF4-FFF2-40B4-BE49-F238E27FC236}">
                    <a16:creationId xmlns:a16="http://schemas.microsoft.com/office/drawing/2014/main" id="{27BA5B9F-5F56-7C88-AE18-5F99965A4F9A}"/>
                  </a:ext>
                </a:extLst>
              </p:cNvPr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1" name="Google Shape;10621;p47">
                <a:extLst>
                  <a:ext uri="{FF2B5EF4-FFF2-40B4-BE49-F238E27FC236}">
                    <a16:creationId xmlns:a16="http://schemas.microsoft.com/office/drawing/2014/main" id="{CF5F7DCF-BA77-5799-1B76-A92567987CAC}"/>
                  </a:ext>
                </a:extLst>
              </p:cNvPr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2" name="Google Shape;10622;p47">
                <a:extLst>
                  <a:ext uri="{FF2B5EF4-FFF2-40B4-BE49-F238E27FC236}">
                    <a16:creationId xmlns:a16="http://schemas.microsoft.com/office/drawing/2014/main" id="{A4C16988-5507-3E20-D3EB-CC68235ECAA8}"/>
                  </a:ext>
                </a:extLst>
              </p:cNvPr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3" name="Google Shape;10623;p47">
                <a:extLst>
                  <a:ext uri="{FF2B5EF4-FFF2-40B4-BE49-F238E27FC236}">
                    <a16:creationId xmlns:a16="http://schemas.microsoft.com/office/drawing/2014/main" id="{B9C934F1-03EE-5EC1-3366-5DCE5DF92194}"/>
                  </a:ext>
                </a:extLst>
              </p:cNvPr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4" name="Google Shape;10624;p47">
                <a:extLst>
                  <a:ext uri="{FF2B5EF4-FFF2-40B4-BE49-F238E27FC236}">
                    <a16:creationId xmlns:a16="http://schemas.microsoft.com/office/drawing/2014/main" id="{8FC72694-A538-944E-73FF-E378B73BE24E}"/>
                  </a:ext>
                </a:extLst>
              </p:cNvPr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5" name="Google Shape;10625;p47">
                <a:extLst>
                  <a:ext uri="{FF2B5EF4-FFF2-40B4-BE49-F238E27FC236}">
                    <a16:creationId xmlns:a16="http://schemas.microsoft.com/office/drawing/2014/main" id="{31E28967-7E64-59BF-3A6B-9229E8F38D9F}"/>
                  </a:ext>
                </a:extLst>
              </p:cNvPr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6" name="Google Shape;10626;p47">
                <a:extLst>
                  <a:ext uri="{FF2B5EF4-FFF2-40B4-BE49-F238E27FC236}">
                    <a16:creationId xmlns:a16="http://schemas.microsoft.com/office/drawing/2014/main" id="{150C0D35-D523-1AF5-5CAB-C68431B3D50B}"/>
                  </a:ext>
                </a:extLst>
              </p:cNvPr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7" name="Google Shape;10627;p47">
                <a:extLst>
                  <a:ext uri="{FF2B5EF4-FFF2-40B4-BE49-F238E27FC236}">
                    <a16:creationId xmlns:a16="http://schemas.microsoft.com/office/drawing/2014/main" id="{25EEB20E-F6DE-EB63-D022-3FFBFE50FC09}"/>
                  </a:ext>
                </a:extLst>
              </p:cNvPr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8" name="Google Shape;10628;p47">
                <a:extLst>
                  <a:ext uri="{FF2B5EF4-FFF2-40B4-BE49-F238E27FC236}">
                    <a16:creationId xmlns:a16="http://schemas.microsoft.com/office/drawing/2014/main" id="{54E318A9-5AC9-F23D-47B8-6649E04293B9}"/>
                  </a:ext>
                </a:extLst>
              </p:cNvPr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9" name="Google Shape;10629;p47">
                <a:extLst>
                  <a:ext uri="{FF2B5EF4-FFF2-40B4-BE49-F238E27FC236}">
                    <a16:creationId xmlns:a16="http://schemas.microsoft.com/office/drawing/2014/main" id="{9206F7DD-426E-30EF-0F4D-B75EBD3041C1}"/>
                  </a:ext>
                </a:extLst>
              </p:cNvPr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0" name="Google Shape;10630;p47">
                <a:extLst>
                  <a:ext uri="{FF2B5EF4-FFF2-40B4-BE49-F238E27FC236}">
                    <a16:creationId xmlns:a16="http://schemas.microsoft.com/office/drawing/2014/main" id="{0078A5C0-BA2F-90A1-4C36-E3A9F50788DD}"/>
                  </a:ext>
                </a:extLst>
              </p:cNvPr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1" name="Google Shape;10631;p47">
                <a:extLst>
                  <a:ext uri="{FF2B5EF4-FFF2-40B4-BE49-F238E27FC236}">
                    <a16:creationId xmlns:a16="http://schemas.microsoft.com/office/drawing/2014/main" id="{3352F347-DFF8-B454-4B95-6F84751132CF}"/>
                  </a:ext>
                </a:extLst>
              </p:cNvPr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2" name="Google Shape;10632;p47">
                <a:extLst>
                  <a:ext uri="{FF2B5EF4-FFF2-40B4-BE49-F238E27FC236}">
                    <a16:creationId xmlns:a16="http://schemas.microsoft.com/office/drawing/2014/main" id="{D09AC508-5B64-E123-24EA-8726D75B27B8}"/>
                  </a:ext>
                </a:extLst>
              </p:cNvPr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3" name="Google Shape;10633;p47">
                <a:extLst>
                  <a:ext uri="{FF2B5EF4-FFF2-40B4-BE49-F238E27FC236}">
                    <a16:creationId xmlns:a16="http://schemas.microsoft.com/office/drawing/2014/main" id="{7DA2C254-C367-2BAF-7AE5-FB46675BB94B}"/>
                  </a:ext>
                </a:extLst>
              </p:cNvPr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4" name="Google Shape;10634;p47">
                <a:extLst>
                  <a:ext uri="{FF2B5EF4-FFF2-40B4-BE49-F238E27FC236}">
                    <a16:creationId xmlns:a16="http://schemas.microsoft.com/office/drawing/2014/main" id="{979A4124-0052-CC07-6826-8373A443D67C}"/>
                  </a:ext>
                </a:extLst>
              </p:cNvPr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5" name="Google Shape;10635;p47">
                <a:extLst>
                  <a:ext uri="{FF2B5EF4-FFF2-40B4-BE49-F238E27FC236}">
                    <a16:creationId xmlns:a16="http://schemas.microsoft.com/office/drawing/2014/main" id="{2C7D4B80-3A59-8E41-313B-79159F46D8D1}"/>
                  </a:ext>
                </a:extLst>
              </p:cNvPr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6" name="Google Shape;10636;p47">
                <a:extLst>
                  <a:ext uri="{FF2B5EF4-FFF2-40B4-BE49-F238E27FC236}">
                    <a16:creationId xmlns:a16="http://schemas.microsoft.com/office/drawing/2014/main" id="{A406B259-CD7C-4816-5B55-BC1DA7732C08}"/>
                  </a:ext>
                </a:extLst>
              </p:cNvPr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7" name="Google Shape;10637;p47">
                <a:extLst>
                  <a:ext uri="{FF2B5EF4-FFF2-40B4-BE49-F238E27FC236}">
                    <a16:creationId xmlns:a16="http://schemas.microsoft.com/office/drawing/2014/main" id="{B3B135AE-5D6D-AB0C-2468-EEA67F2157BD}"/>
                  </a:ext>
                </a:extLst>
              </p:cNvPr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8" name="Google Shape;10638;p47">
                <a:extLst>
                  <a:ext uri="{FF2B5EF4-FFF2-40B4-BE49-F238E27FC236}">
                    <a16:creationId xmlns:a16="http://schemas.microsoft.com/office/drawing/2014/main" id="{19673E21-D1B9-30CD-2DC5-55E398C3AB7B}"/>
                  </a:ext>
                </a:extLst>
              </p:cNvPr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9" name="Google Shape;10639;p47">
                <a:extLst>
                  <a:ext uri="{FF2B5EF4-FFF2-40B4-BE49-F238E27FC236}">
                    <a16:creationId xmlns:a16="http://schemas.microsoft.com/office/drawing/2014/main" id="{BBFF098C-8543-2755-F013-EDF905C0E6C5}"/>
                  </a:ext>
                </a:extLst>
              </p:cNvPr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0" name="Google Shape;10640;p47">
                <a:extLst>
                  <a:ext uri="{FF2B5EF4-FFF2-40B4-BE49-F238E27FC236}">
                    <a16:creationId xmlns:a16="http://schemas.microsoft.com/office/drawing/2014/main" id="{1170EEC8-46AD-80BE-13F2-0B5615D07EC3}"/>
                  </a:ext>
                </a:extLst>
              </p:cNvPr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1" name="Google Shape;10641;p47">
                <a:extLst>
                  <a:ext uri="{FF2B5EF4-FFF2-40B4-BE49-F238E27FC236}">
                    <a16:creationId xmlns:a16="http://schemas.microsoft.com/office/drawing/2014/main" id="{04A388AA-44B7-ACAD-9D23-9014E311C250}"/>
                  </a:ext>
                </a:extLst>
              </p:cNvPr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2" name="Google Shape;10642;p47">
                <a:extLst>
                  <a:ext uri="{FF2B5EF4-FFF2-40B4-BE49-F238E27FC236}">
                    <a16:creationId xmlns:a16="http://schemas.microsoft.com/office/drawing/2014/main" id="{855CADB9-92E3-D9EC-E7CC-E6810CF81047}"/>
                  </a:ext>
                </a:extLst>
              </p:cNvPr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3" name="Google Shape;10643;p47">
                <a:extLst>
                  <a:ext uri="{FF2B5EF4-FFF2-40B4-BE49-F238E27FC236}">
                    <a16:creationId xmlns:a16="http://schemas.microsoft.com/office/drawing/2014/main" id="{03F4E1AB-9372-58BE-F892-99674A80E9AE}"/>
                  </a:ext>
                </a:extLst>
              </p:cNvPr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4" name="Google Shape;10644;p47">
                <a:extLst>
                  <a:ext uri="{FF2B5EF4-FFF2-40B4-BE49-F238E27FC236}">
                    <a16:creationId xmlns:a16="http://schemas.microsoft.com/office/drawing/2014/main" id="{5DC53541-1347-907A-DBF9-599E65040E5A}"/>
                  </a:ext>
                </a:extLst>
              </p:cNvPr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5" name="Google Shape;10645;p47">
                <a:extLst>
                  <a:ext uri="{FF2B5EF4-FFF2-40B4-BE49-F238E27FC236}">
                    <a16:creationId xmlns:a16="http://schemas.microsoft.com/office/drawing/2014/main" id="{CA527579-3B17-1A8A-1A22-93C60C9DF175}"/>
                  </a:ext>
                </a:extLst>
              </p:cNvPr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6" name="Google Shape;10646;p47">
                <a:extLst>
                  <a:ext uri="{FF2B5EF4-FFF2-40B4-BE49-F238E27FC236}">
                    <a16:creationId xmlns:a16="http://schemas.microsoft.com/office/drawing/2014/main" id="{649CFDB3-E01E-69D2-18C6-059DD8B8CE05}"/>
                  </a:ext>
                </a:extLst>
              </p:cNvPr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7" name="Google Shape;10647;p47">
                <a:extLst>
                  <a:ext uri="{FF2B5EF4-FFF2-40B4-BE49-F238E27FC236}">
                    <a16:creationId xmlns:a16="http://schemas.microsoft.com/office/drawing/2014/main" id="{D05965E3-11DB-1B79-EA5D-FA1D09FE7B82}"/>
                  </a:ext>
                </a:extLst>
              </p:cNvPr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8" name="Google Shape;10648;p47">
                <a:extLst>
                  <a:ext uri="{FF2B5EF4-FFF2-40B4-BE49-F238E27FC236}">
                    <a16:creationId xmlns:a16="http://schemas.microsoft.com/office/drawing/2014/main" id="{8CFED709-7454-71D2-ED32-313B40C7BCAE}"/>
                  </a:ext>
                </a:extLst>
              </p:cNvPr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9" name="Google Shape;10649;p47">
                <a:extLst>
                  <a:ext uri="{FF2B5EF4-FFF2-40B4-BE49-F238E27FC236}">
                    <a16:creationId xmlns:a16="http://schemas.microsoft.com/office/drawing/2014/main" id="{FE52AB2D-B037-FE9E-506C-5AB22F0E2EFA}"/>
                  </a:ext>
                </a:extLst>
              </p:cNvPr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0" name="Google Shape;10650;p47">
                <a:extLst>
                  <a:ext uri="{FF2B5EF4-FFF2-40B4-BE49-F238E27FC236}">
                    <a16:creationId xmlns:a16="http://schemas.microsoft.com/office/drawing/2014/main" id="{9E526964-785E-FF26-3110-EE5B91AAFFEC}"/>
                  </a:ext>
                </a:extLst>
              </p:cNvPr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1" name="Google Shape;10651;p47">
                <a:extLst>
                  <a:ext uri="{FF2B5EF4-FFF2-40B4-BE49-F238E27FC236}">
                    <a16:creationId xmlns:a16="http://schemas.microsoft.com/office/drawing/2014/main" id="{4DC48E8F-2E8F-1F48-70E9-64AB38B7F6CC}"/>
                  </a:ext>
                </a:extLst>
              </p:cNvPr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2" name="Google Shape;10652;p47">
                <a:extLst>
                  <a:ext uri="{FF2B5EF4-FFF2-40B4-BE49-F238E27FC236}">
                    <a16:creationId xmlns:a16="http://schemas.microsoft.com/office/drawing/2014/main" id="{313F8F4A-6713-DFF9-270C-BDEEB3E00761}"/>
                  </a:ext>
                </a:extLst>
              </p:cNvPr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3" name="Google Shape;10653;p47">
                <a:extLst>
                  <a:ext uri="{FF2B5EF4-FFF2-40B4-BE49-F238E27FC236}">
                    <a16:creationId xmlns:a16="http://schemas.microsoft.com/office/drawing/2014/main" id="{1B52E13F-35F5-5D96-8AB0-868B0F7DF4BF}"/>
                  </a:ext>
                </a:extLst>
              </p:cNvPr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4" name="Google Shape;10654;p47">
                <a:extLst>
                  <a:ext uri="{FF2B5EF4-FFF2-40B4-BE49-F238E27FC236}">
                    <a16:creationId xmlns:a16="http://schemas.microsoft.com/office/drawing/2014/main" id="{A8B9FED8-FBFD-2AD6-8204-0C67AEF5923F}"/>
                  </a:ext>
                </a:extLst>
              </p:cNvPr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5" name="Google Shape;10655;p47">
                <a:extLst>
                  <a:ext uri="{FF2B5EF4-FFF2-40B4-BE49-F238E27FC236}">
                    <a16:creationId xmlns:a16="http://schemas.microsoft.com/office/drawing/2014/main" id="{960D7377-7BE3-3F11-83F0-FA59F9B6BF8C}"/>
                  </a:ext>
                </a:extLst>
              </p:cNvPr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6" name="Google Shape;10656;p47">
                <a:extLst>
                  <a:ext uri="{FF2B5EF4-FFF2-40B4-BE49-F238E27FC236}">
                    <a16:creationId xmlns:a16="http://schemas.microsoft.com/office/drawing/2014/main" id="{3F256B3E-129A-82B8-B3D4-141072D932AB}"/>
                  </a:ext>
                </a:extLst>
              </p:cNvPr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7" name="Google Shape;10657;p47">
                <a:extLst>
                  <a:ext uri="{FF2B5EF4-FFF2-40B4-BE49-F238E27FC236}">
                    <a16:creationId xmlns:a16="http://schemas.microsoft.com/office/drawing/2014/main" id="{4906F2BD-CA54-F9C4-A48E-998A0EFB341D}"/>
                  </a:ext>
                </a:extLst>
              </p:cNvPr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8" name="Google Shape;10658;p47">
                <a:extLst>
                  <a:ext uri="{FF2B5EF4-FFF2-40B4-BE49-F238E27FC236}">
                    <a16:creationId xmlns:a16="http://schemas.microsoft.com/office/drawing/2014/main" id="{2AAA25AE-02BD-709F-DA24-CA84DFDECE1F}"/>
                  </a:ext>
                </a:extLst>
              </p:cNvPr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9" name="Google Shape;10659;p47">
                <a:extLst>
                  <a:ext uri="{FF2B5EF4-FFF2-40B4-BE49-F238E27FC236}">
                    <a16:creationId xmlns:a16="http://schemas.microsoft.com/office/drawing/2014/main" id="{881DCBF9-EBE9-14BA-0EBD-A29D93439303}"/>
                  </a:ext>
                </a:extLst>
              </p:cNvPr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0" name="Google Shape;10660;p47">
                <a:extLst>
                  <a:ext uri="{FF2B5EF4-FFF2-40B4-BE49-F238E27FC236}">
                    <a16:creationId xmlns:a16="http://schemas.microsoft.com/office/drawing/2014/main" id="{33D52958-4BBD-CCE2-CA93-B77DE49A5493}"/>
                  </a:ext>
                </a:extLst>
              </p:cNvPr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1" name="Google Shape;10661;p47">
              <a:extLst>
                <a:ext uri="{FF2B5EF4-FFF2-40B4-BE49-F238E27FC236}">
                  <a16:creationId xmlns:a16="http://schemas.microsoft.com/office/drawing/2014/main" id="{984EBC6C-5148-0E81-D4CC-A08F31A79923}"/>
                </a:ext>
              </a:extLst>
            </p:cNvPr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10662" name="Google Shape;10662;p47">
                <a:extLst>
                  <a:ext uri="{FF2B5EF4-FFF2-40B4-BE49-F238E27FC236}">
                    <a16:creationId xmlns:a16="http://schemas.microsoft.com/office/drawing/2014/main" id="{1B6111CC-EF00-F586-465A-97F9583FEAB9}"/>
                  </a:ext>
                </a:extLst>
              </p:cNvPr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3" name="Google Shape;10663;p47">
                <a:extLst>
                  <a:ext uri="{FF2B5EF4-FFF2-40B4-BE49-F238E27FC236}">
                    <a16:creationId xmlns:a16="http://schemas.microsoft.com/office/drawing/2014/main" id="{44BD325C-2EC1-7644-8624-1C4E82287F00}"/>
                  </a:ext>
                </a:extLst>
              </p:cNvPr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4" name="Google Shape;10664;p47">
                <a:extLst>
                  <a:ext uri="{FF2B5EF4-FFF2-40B4-BE49-F238E27FC236}">
                    <a16:creationId xmlns:a16="http://schemas.microsoft.com/office/drawing/2014/main" id="{9A7F27EA-8025-BF27-4B4B-8BCF3F435753}"/>
                  </a:ext>
                </a:extLst>
              </p:cNvPr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5" name="Google Shape;10665;p47">
                <a:extLst>
                  <a:ext uri="{FF2B5EF4-FFF2-40B4-BE49-F238E27FC236}">
                    <a16:creationId xmlns:a16="http://schemas.microsoft.com/office/drawing/2014/main" id="{CF68B450-AC9B-7FD4-4C50-6608EA9347E4}"/>
                  </a:ext>
                </a:extLst>
              </p:cNvPr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6" name="Google Shape;10666;p47">
                <a:extLst>
                  <a:ext uri="{FF2B5EF4-FFF2-40B4-BE49-F238E27FC236}">
                    <a16:creationId xmlns:a16="http://schemas.microsoft.com/office/drawing/2014/main" id="{A24AED4F-91FC-C839-741C-43EC142735F5}"/>
                  </a:ext>
                </a:extLst>
              </p:cNvPr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7" name="Google Shape;10667;p47">
                <a:extLst>
                  <a:ext uri="{FF2B5EF4-FFF2-40B4-BE49-F238E27FC236}">
                    <a16:creationId xmlns:a16="http://schemas.microsoft.com/office/drawing/2014/main" id="{EE17179C-7D1D-5C26-2C69-9C66D6188547}"/>
                  </a:ext>
                </a:extLst>
              </p:cNvPr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8" name="Google Shape;10668;p47">
                <a:extLst>
                  <a:ext uri="{FF2B5EF4-FFF2-40B4-BE49-F238E27FC236}">
                    <a16:creationId xmlns:a16="http://schemas.microsoft.com/office/drawing/2014/main" id="{F0918991-25A0-36B2-DD35-DF6B8E364408}"/>
                  </a:ext>
                </a:extLst>
              </p:cNvPr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9" name="Google Shape;10669;p47">
                <a:extLst>
                  <a:ext uri="{FF2B5EF4-FFF2-40B4-BE49-F238E27FC236}">
                    <a16:creationId xmlns:a16="http://schemas.microsoft.com/office/drawing/2014/main" id="{651DC22F-20B1-C74A-0D35-C2CE2AAE66AB}"/>
                  </a:ext>
                </a:extLst>
              </p:cNvPr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0" name="Google Shape;10670;p47">
                <a:extLst>
                  <a:ext uri="{FF2B5EF4-FFF2-40B4-BE49-F238E27FC236}">
                    <a16:creationId xmlns:a16="http://schemas.microsoft.com/office/drawing/2014/main" id="{A17054C2-541E-06AC-46F1-AE10E5E5CC8D}"/>
                  </a:ext>
                </a:extLst>
              </p:cNvPr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1" name="Google Shape;10671;p47">
                <a:extLst>
                  <a:ext uri="{FF2B5EF4-FFF2-40B4-BE49-F238E27FC236}">
                    <a16:creationId xmlns:a16="http://schemas.microsoft.com/office/drawing/2014/main" id="{9CC481C4-361C-5349-FC5E-610E22078277}"/>
                  </a:ext>
                </a:extLst>
              </p:cNvPr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2" name="Google Shape;10672;p47">
                <a:extLst>
                  <a:ext uri="{FF2B5EF4-FFF2-40B4-BE49-F238E27FC236}">
                    <a16:creationId xmlns:a16="http://schemas.microsoft.com/office/drawing/2014/main" id="{AEF95B09-EF42-2B95-DDCF-33710153F704}"/>
                  </a:ext>
                </a:extLst>
              </p:cNvPr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3" name="Google Shape;10673;p47">
                <a:extLst>
                  <a:ext uri="{FF2B5EF4-FFF2-40B4-BE49-F238E27FC236}">
                    <a16:creationId xmlns:a16="http://schemas.microsoft.com/office/drawing/2014/main" id="{B10ED465-0130-42F0-0792-28BEEF607B7B}"/>
                  </a:ext>
                </a:extLst>
              </p:cNvPr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4" name="Google Shape;10674;p47">
                <a:extLst>
                  <a:ext uri="{FF2B5EF4-FFF2-40B4-BE49-F238E27FC236}">
                    <a16:creationId xmlns:a16="http://schemas.microsoft.com/office/drawing/2014/main" id="{3E276C0A-E688-4577-014A-E4F4F6A45908}"/>
                  </a:ext>
                </a:extLst>
              </p:cNvPr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5" name="Google Shape;10675;p47">
                <a:extLst>
                  <a:ext uri="{FF2B5EF4-FFF2-40B4-BE49-F238E27FC236}">
                    <a16:creationId xmlns:a16="http://schemas.microsoft.com/office/drawing/2014/main" id="{0856039A-9D11-DCC0-5324-B16DB6660D6C}"/>
                  </a:ext>
                </a:extLst>
              </p:cNvPr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6" name="Google Shape;10676;p47">
                <a:extLst>
                  <a:ext uri="{FF2B5EF4-FFF2-40B4-BE49-F238E27FC236}">
                    <a16:creationId xmlns:a16="http://schemas.microsoft.com/office/drawing/2014/main" id="{BB2DFC81-FC64-81AF-DA52-787C2A026721}"/>
                  </a:ext>
                </a:extLst>
              </p:cNvPr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7" name="Google Shape;10677;p47">
                <a:extLst>
                  <a:ext uri="{FF2B5EF4-FFF2-40B4-BE49-F238E27FC236}">
                    <a16:creationId xmlns:a16="http://schemas.microsoft.com/office/drawing/2014/main" id="{FC13713A-BD32-CEC1-FCD0-03D26BAFF48D}"/>
                  </a:ext>
                </a:extLst>
              </p:cNvPr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8" name="Google Shape;10678;p47">
                <a:extLst>
                  <a:ext uri="{FF2B5EF4-FFF2-40B4-BE49-F238E27FC236}">
                    <a16:creationId xmlns:a16="http://schemas.microsoft.com/office/drawing/2014/main" id="{69341DF3-5166-3D15-4AD6-0794E8475BF1}"/>
                  </a:ext>
                </a:extLst>
              </p:cNvPr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9" name="Google Shape;10679;p47">
                <a:extLst>
                  <a:ext uri="{FF2B5EF4-FFF2-40B4-BE49-F238E27FC236}">
                    <a16:creationId xmlns:a16="http://schemas.microsoft.com/office/drawing/2014/main" id="{87B9A080-D818-D814-F714-70D1E41F9476}"/>
                  </a:ext>
                </a:extLst>
              </p:cNvPr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0" name="Google Shape;10680;p47">
                <a:extLst>
                  <a:ext uri="{FF2B5EF4-FFF2-40B4-BE49-F238E27FC236}">
                    <a16:creationId xmlns:a16="http://schemas.microsoft.com/office/drawing/2014/main" id="{1C28C331-0875-5CF0-FF40-1F2599BB105D}"/>
                  </a:ext>
                </a:extLst>
              </p:cNvPr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1" name="Google Shape;10681;p47">
                <a:extLst>
                  <a:ext uri="{FF2B5EF4-FFF2-40B4-BE49-F238E27FC236}">
                    <a16:creationId xmlns:a16="http://schemas.microsoft.com/office/drawing/2014/main" id="{7A790E66-FDE3-762F-F80F-4A8941ED2156}"/>
                  </a:ext>
                </a:extLst>
              </p:cNvPr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2" name="Google Shape;10682;p47">
                <a:extLst>
                  <a:ext uri="{FF2B5EF4-FFF2-40B4-BE49-F238E27FC236}">
                    <a16:creationId xmlns:a16="http://schemas.microsoft.com/office/drawing/2014/main" id="{B0906FBA-5888-D5ED-FFFD-6671D5AE1B07}"/>
                  </a:ext>
                </a:extLst>
              </p:cNvPr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3" name="Google Shape;10683;p47">
                <a:extLst>
                  <a:ext uri="{FF2B5EF4-FFF2-40B4-BE49-F238E27FC236}">
                    <a16:creationId xmlns:a16="http://schemas.microsoft.com/office/drawing/2014/main" id="{5F0A4FE9-B1F2-24C6-05B8-E4700DE1938A}"/>
                  </a:ext>
                </a:extLst>
              </p:cNvPr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4" name="Google Shape;10684;p47">
                <a:extLst>
                  <a:ext uri="{FF2B5EF4-FFF2-40B4-BE49-F238E27FC236}">
                    <a16:creationId xmlns:a16="http://schemas.microsoft.com/office/drawing/2014/main" id="{460B3BA1-C9FF-FEB4-4C92-E533B39427F2}"/>
                  </a:ext>
                </a:extLst>
              </p:cNvPr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5" name="Google Shape;10685;p47">
                <a:extLst>
                  <a:ext uri="{FF2B5EF4-FFF2-40B4-BE49-F238E27FC236}">
                    <a16:creationId xmlns:a16="http://schemas.microsoft.com/office/drawing/2014/main" id="{428DD5CC-2D99-9216-213B-DBA9737F7AE0}"/>
                  </a:ext>
                </a:extLst>
              </p:cNvPr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6" name="Google Shape;10686;p47">
                <a:extLst>
                  <a:ext uri="{FF2B5EF4-FFF2-40B4-BE49-F238E27FC236}">
                    <a16:creationId xmlns:a16="http://schemas.microsoft.com/office/drawing/2014/main" id="{A51B8999-EB22-1376-5D12-D2A484A55CA9}"/>
                  </a:ext>
                </a:extLst>
              </p:cNvPr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7" name="Google Shape;10687;p47">
                <a:extLst>
                  <a:ext uri="{FF2B5EF4-FFF2-40B4-BE49-F238E27FC236}">
                    <a16:creationId xmlns:a16="http://schemas.microsoft.com/office/drawing/2014/main" id="{918ED4DE-7E8B-084E-678C-00FDA7F332CD}"/>
                  </a:ext>
                </a:extLst>
              </p:cNvPr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8" name="Google Shape;10688;p47">
                <a:extLst>
                  <a:ext uri="{FF2B5EF4-FFF2-40B4-BE49-F238E27FC236}">
                    <a16:creationId xmlns:a16="http://schemas.microsoft.com/office/drawing/2014/main" id="{81AF9D07-F173-DF98-6309-1B86FFF9B3E0}"/>
                  </a:ext>
                </a:extLst>
              </p:cNvPr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9" name="Google Shape;10689;p47">
                <a:extLst>
                  <a:ext uri="{FF2B5EF4-FFF2-40B4-BE49-F238E27FC236}">
                    <a16:creationId xmlns:a16="http://schemas.microsoft.com/office/drawing/2014/main" id="{D01BE69D-1F88-3059-2EAD-741278717736}"/>
                  </a:ext>
                </a:extLst>
              </p:cNvPr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0" name="Google Shape;10690;p47">
                <a:extLst>
                  <a:ext uri="{FF2B5EF4-FFF2-40B4-BE49-F238E27FC236}">
                    <a16:creationId xmlns:a16="http://schemas.microsoft.com/office/drawing/2014/main" id="{8CE852A6-0937-1710-C06F-1ED08D2FC21D}"/>
                  </a:ext>
                </a:extLst>
              </p:cNvPr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1" name="Google Shape;10691;p47">
                <a:extLst>
                  <a:ext uri="{FF2B5EF4-FFF2-40B4-BE49-F238E27FC236}">
                    <a16:creationId xmlns:a16="http://schemas.microsoft.com/office/drawing/2014/main" id="{756D7668-2D54-23ED-2BD8-F34CF29B43BE}"/>
                  </a:ext>
                </a:extLst>
              </p:cNvPr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2" name="Google Shape;10692;p47">
                <a:extLst>
                  <a:ext uri="{FF2B5EF4-FFF2-40B4-BE49-F238E27FC236}">
                    <a16:creationId xmlns:a16="http://schemas.microsoft.com/office/drawing/2014/main" id="{AB3EEBF3-377F-EFA7-C87D-9F2CD8C24CDD}"/>
                  </a:ext>
                </a:extLst>
              </p:cNvPr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3" name="Google Shape;10693;p47">
                <a:extLst>
                  <a:ext uri="{FF2B5EF4-FFF2-40B4-BE49-F238E27FC236}">
                    <a16:creationId xmlns:a16="http://schemas.microsoft.com/office/drawing/2014/main" id="{C5CC7CCF-E6F2-1AC8-5D28-E91C1D10AC68}"/>
                  </a:ext>
                </a:extLst>
              </p:cNvPr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4" name="Google Shape;10694;p47">
                <a:extLst>
                  <a:ext uri="{FF2B5EF4-FFF2-40B4-BE49-F238E27FC236}">
                    <a16:creationId xmlns:a16="http://schemas.microsoft.com/office/drawing/2014/main" id="{C4E92958-3F9B-3B83-15EE-CFEA80DE0A35}"/>
                  </a:ext>
                </a:extLst>
              </p:cNvPr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5" name="Google Shape;10695;p47">
                <a:extLst>
                  <a:ext uri="{FF2B5EF4-FFF2-40B4-BE49-F238E27FC236}">
                    <a16:creationId xmlns:a16="http://schemas.microsoft.com/office/drawing/2014/main" id="{DB60BB3D-8081-6441-E6DF-F14242C1D3C2}"/>
                  </a:ext>
                </a:extLst>
              </p:cNvPr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6" name="Google Shape;10696;p47">
                <a:extLst>
                  <a:ext uri="{FF2B5EF4-FFF2-40B4-BE49-F238E27FC236}">
                    <a16:creationId xmlns:a16="http://schemas.microsoft.com/office/drawing/2014/main" id="{0BEA29EF-7086-F2EF-8CC6-426448046434}"/>
                  </a:ext>
                </a:extLst>
              </p:cNvPr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7" name="Google Shape;10697;p47">
                <a:extLst>
                  <a:ext uri="{FF2B5EF4-FFF2-40B4-BE49-F238E27FC236}">
                    <a16:creationId xmlns:a16="http://schemas.microsoft.com/office/drawing/2014/main" id="{0882F3FE-F398-47EF-62B7-D2D5ED9B9E0F}"/>
                  </a:ext>
                </a:extLst>
              </p:cNvPr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8" name="Google Shape;10698;p47">
                <a:extLst>
                  <a:ext uri="{FF2B5EF4-FFF2-40B4-BE49-F238E27FC236}">
                    <a16:creationId xmlns:a16="http://schemas.microsoft.com/office/drawing/2014/main" id="{C0654292-BDA6-9DE2-AF93-5D3DA28663F1}"/>
                  </a:ext>
                </a:extLst>
              </p:cNvPr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9" name="Google Shape;10699;p47">
                <a:extLst>
                  <a:ext uri="{FF2B5EF4-FFF2-40B4-BE49-F238E27FC236}">
                    <a16:creationId xmlns:a16="http://schemas.microsoft.com/office/drawing/2014/main" id="{045688EE-B9F6-EE54-9A57-7A636030C222}"/>
                  </a:ext>
                </a:extLst>
              </p:cNvPr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0" name="Google Shape;10700;p47">
                <a:extLst>
                  <a:ext uri="{FF2B5EF4-FFF2-40B4-BE49-F238E27FC236}">
                    <a16:creationId xmlns:a16="http://schemas.microsoft.com/office/drawing/2014/main" id="{C4D0B13A-9F92-636C-2812-D47D126D901B}"/>
                  </a:ext>
                </a:extLst>
              </p:cNvPr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1" name="Google Shape;10701;p47">
                <a:extLst>
                  <a:ext uri="{FF2B5EF4-FFF2-40B4-BE49-F238E27FC236}">
                    <a16:creationId xmlns:a16="http://schemas.microsoft.com/office/drawing/2014/main" id="{110F475D-4C59-FC9D-77C3-5955212B48E4}"/>
                  </a:ext>
                </a:extLst>
              </p:cNvPr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2" name="Google Shape;10702;p47">
                <a:extLst>
                  <a:ext uri="{FF2B5EF4-FFF2-40B4-BE49-F238E27FC236}">
                    <a16:creationId xmlns:a16="http://schemas.microsoft.com/office/drawing/2014/main" id="{4369F589-FB4E-DEC8-3F21-E0A429350A9F}"/>
                  </a:ext>
                </a:extLst>
              </p:cNvPr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3" name="Google Shape;10703;p47">
                <a:extLst>
                  <a:ext uri="{FF2B5EF4-FFF2-40B4-BE49-F238E27FC236}">
                    <a16:creationId xmlns:a16="http://schemas.microsoft.com/office/drawing/2014/main" id="{CAD831C5-FEC3-D596-F685-AE56C66F22A0}"/>
                  </a:ext>
                </a:extLst>
              </p:cNvPr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4" name="Google Shape;10704;p47">
                <a:extLst>
                  <a:ext uri="{FF2B5EF4-FFF2-40B4-BE49-F238E27FC236}">
                    <a16:creationId xmlns:a16="http://schemas.microsoft.com/office/drawing/2014/main" id="{C00C2986-0251-BBE2-3E8C-7FFD36EDB9BE}"/>
                  </a:ext>
                </a:extLst>
              </p:cNvPr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05" name="Google Shape;10705;p47">
              <a:extLst>
                <a:ext uri="{FF2B5EF4-FFF2-40B4-BE49-F238E27FC236}">
                  <a16:creationId xmlns:a16="http://schemas.microsoft.com/office/drawing/2014/main" id="{197786B5-D420-F376-8B26-A0B40E5B969E}"/>
                </a:ext>
              </a:extLst>
            </p:cNvPr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10706" name="Google Shape;10706;p47">
                <a:extLst>
                  <a:ext uri="{FF2B5EF4-FFF2-40B4-BE49-F238E27FC236}">
                    <a16:creationId xmlns:a16="http://schemas.microsoft.com/office/drawing/2014/main" id="{F68CC4A0-BDD2-C5AC-7281-3B1950CB2FB1}"/>
                  </a:ext>
                </a:extLst>
              </p:cNvPr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7" name="Google Shape;10707;p47">
                <a:extLst>
                  <a:ext uri="{FF2B5EF4-FFF2-40B4-BE49-F238E27FC236}">
                    <a16:creationId xmlns:a16="http://schemas.microsoft.com/office/drawing/2014/main" id="{1F9975A4-4A5B-554A-167E-6150B2610F6B}"/>
                  </a:ext>
                </a:extLst>
              </p:cNvPr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8" name="Google Shape;10708;p47">
                <a:extLst>
                  <a:ext uri="{FF2B5EF4-FFF2-40B4-BE49-F238E27FC236}">
                    <a16:creationId xmlns:a16="http://schemas.microsoft.com/office/drawing/2014/main" id="{400C354D-0D35-E6A8-4B6E-41BFE3E19F51}"/>
                  </a:ext>
                </a:extLst>
              </p:cNvPr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9" name="Google Shape;10709;p47">
                <a:extLst>
                  <a:ext uri="{FF2B5EF4-FFF2-40B4-BE49-F238E27FC236}">
                    <a16:creationId xmlns:a16="http://schemas.microsoft.com/office/drawing/2014/main" id="{3899D82B-F3C3-21DB-5FED-01DC24F75094}"/>
                  </a:ext>
                </a:extLst>
              </p:cNvPr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0" name="Google Shape;10710;p47">
                <a:extLst>
                  <a:ext uri="{FF2B5EF4-FFF2-40B4-BE49-F238E27FC236}">
                    <a16:creationId xmlns:a16="http://schemas.microsoft.com/office/drawing/2014/main" id="{C453F315-A4C0-EDD6-4CB8-2CB423F46EE2}"/>
                  </a:ext>
                </a:extLst>
              </p:cNvPr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1" name="Google Shape;10711;p47">
                <a:extLst>
                  <a:ext uri="{FF2B5EF4-FFF2-40B4-BE49-F238E27FC236}">
                    <a16:creationId xmlns:a16="http://schemas.microsoft.com/office/drawing/2014/main" id="{8925B25C-4E19-84E0-A9A3-AFB3F573929B}"/>
                  </a:ext>
                </a:extLst>
              </p:cNvPr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2" name="Google Shape;10712;p47">
                <a:extLst>
                  <a:ext uri="{FF2B5EF4-FFF2-40B4-BE49-F238E27FC236}">
                    <a16:creationId xmlns:a16="http://schemas.microsoft.com/office/drawing/2014/main" id="{44D8BCD6-6DF3-7A81-D651-EB36E5FB9998}"/>
                  </a:ext>
                </a:extLst>
              </p:cNvPr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3" name="Google Shape;10713;p47">
                <a:extLst>
                  <a:ext uri="{FF2B5EF4-FFF2-40B4-BE49-F238E27FC236}">
                    <a16:creationId xmlns:a16="http://schemas.microsoft.com/office/drawing/2014/main" id="{63C820E4-9429-8066-8F64-AE08F4A5AEE5}"/>
                  </a:ext>
                </a:extLst>
              </p:cNvPr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4" name="Google Shape;10714;p47">
                <a:extLst>
                  <a:ext uri="{FF2B5EF4-FFF2-40B4-BE49-F238E27FC236}">
                    <a16:creationId xmlns:a16="http://schemas.microsoft.com/office/drawing/2014/main" id="{D32EDAC5-115E-FA64-7CC4-E4CCD2969A95}"/>
                  </a:ext>
                </a:extLst>
              </p:cNvPr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5" name="Google Shape;10715;p47">
                <a:extLst>
                  <a:ext uri="{FF2B5EF4-FFF2-40B4-BE49-F238E27FC236}">
                    <a16:creationId xmlns:a16="http://schemas.microsoft.com/office/drawing/2014/main" id="{D8461126-8A2A-5D65-1E1D-271E03E60331}"/>
                  </a:ext>
                </a:extLst>
              </p:cNvPr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6" name="Google Shape;10716;p47">
                <a:extLst>
                  <a:ext uri="{FF2B5EF4-FFF2-40B4-BE49-F238E27FC236}">
                    <a16:creationId xmlns:a16="http://schemas.microsoft.com/office/drawing/2014/main" id="{BCF55183-202E-CEF8-9A27-12B2E433580F}"/>
                  </a:ext>
                </a:extLst>
              </p:cNvPr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7" name="Google Shape;10717;p47">
                <a:extLst>
                  <a:ext uri="{FF2B5EF4-FFF2-40B4-BE49-F238E27FC236}">
                    <a16:creationId xmlns:a16="http://schemas.microsoft.com/office/drawing/2014/main" id="{5219DE0D-11D7-F6C8-1FFE-3CD1CEBC78C2}"/>
                  </a:ext>
                </a:extLst>
              </p:cNvPr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8" name="Google Shape;10718;p47">
                <a:extLst>
                  <a:ext uri="{FF2B5EF4-FFF2-40B4-BE49-F238E27FC236}">
                    <a16:creationId xmlns:a16="http://schemas.microsoft.com/office/drawing/2014/main" id="{C0A9039D-ADC4-2F97-AE9F-D4A19AE55133}"/>
                  </a:ext>
                </a:extLst>
              </p:cNvPr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9" name="Google Shape;10719;p47">
                <a:extLst>
                  <a:ext uri="{FF2B5EF4-FFF2-40B4-BE49-F238E27FC236}">
                    <a16:creationId xmlns:a16="http://schemas.microsoft.com/office/drawing/2014/main" id="{809F0A01-7951-02EF-07CE-D999CA4538FB}"/>
                  </a:ext>
                </a:extLst>
              </p:cNvPr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0" name="Google Shape;10720;p47">
                <a:extLst>
                  <a:ext uri="{FF2B5EF4-FFF2-40B4-BE49-F238E27FC236}">
                    <a16:creationId xmlns:a16="http://schemas.microsoft.com/office/drawing/2014/main" id="{AF7A440A-57D4-67C7-4278-DDE7C218899D}"/>
                  </a:ext>
                </a:extLst>
              </p:cNvPr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1" name="Google Shape;10721;p47">
                <a:extLst>
                  <a:ext uri="{FF2B5EF4-FFF2-40B4-BE49-F238E27FC236}">
                    <a16:creationId xmlns:a16="http://schemas.microsoft.com/office/drawing/2014/main" id="{E919172D-2847-DD3B-D704-3F2C074A96C4}"/>
                  </a:ext>
                </a:extLst>
              </p:cNvPr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2" name="Google Shape;10722;p47">
                <a:extLst>
                  <a:ext uri="{FF2B5EF4-FFF2-40B4-BE49-F238E27FC236}">
                    <a16:creationId xmlns:a16="http://schemas.microsoft.com/office/drawing/2014/main" id="{6CC38F10-9ED0-EDBB-EB6F-02A611B3EF23}"/>
                  </a:ext>
                </a:extLst>
              </p:cNvPr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3" name="Google Shape;10723;p47">
                <a:extLst>
                  <a:ext uri="{FF2B5EF4-FFF2-40B4-BE49-F238E27FC236}">
                    <a16:creationId xmlns:a16="http://schemas.microsoft.com/office/drawing/2014/main" id="{D44821A4-C7C9-E8D6-D75C-5C2C96B44A1F}"/>
                  </a:ext>
                </a:extLst>
              </p:cNvPr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4" name="Google Shape;10724;p47">
                <a:extLst>
                  <a:ext uri="{FF2B5EF4-FFF2-40B4-BE49-F238E27FC236}">
                    <a16:creationId xmlns:a16="http://schemas.microsoft.com/office/drawing/2014/main" id="{482CEC31-22A6-1E66-4BC0-3B6D51E074D1}"/>
                  </a:ext>
                </a:extLst>
              </p:cNvPr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5" name="Google Shape;10725;p47">
                <a:extLst>
                  <a:ext uri="{FF2B5EF4-FFF2-40B4-BE49-F238E27FC236}">
                    <a16:creationId xmlns:a16="http://schemas.microsoft.com/office/drawing/2014/main" id="{6B571142-C43D-9713-875B-EEE15B44848A}"/>
                  </a:ext>
                </a:extLst>
              </p:cNvPr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6" name="Google Shape;10726;p47">
                <a:extLst>
                  <a:ext uri="{FF2B5EF4-FFF2-40B4-BE49-F238E27FC236}">
                    <a16:creationId xmlns:a16="http://schemas.microsoft.com/office/drawing/2014/main" id="{F9F0E829-3276-A1FE-3E6B-7FCD9B595A14}"/>
                  </a:ext>
                </a:extLst>
              </p:cNvPr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7" name="Google Shape;10727;p47">
                <a:extLst>
                  <a:ext uri="{FF2B5EF4-FFF2-40B4-BE49-F238E27FC236}">
                    <a16:creationId xmlns:a16="http://schemas.microsoft.com/office/drawing/2014/main" id="{6B92C3F1-20B5-BBD4-0664-54E5C5A9FB1E}"/>
                  </a:ext>
                </a:extLst>
              </p:cNvPr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8" name="Google Shape;10728;p47">
                <a:extLst>
                  <a:ext uri="{FF2B5EF4-FFF2-40B4-BE49-F238E27FC236}">
                    <a16:creationId xmlns:a16="http://schemas.microsoft.com/office/drawing/2014/main" id="{FCA87702-74F5-7B33-7F30-5198EFE8C5F3}"/>
                  </a:ext>
                </a:extLst>
              </p:cNvPr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9" name="Google Shape;10729;p47">
                <a:extLst>
                  <a:ext uri="{FF2B5EF4-FFF2-40B4-BE49-F238E27FC236}">
                    <a16:creationId xmlns:a16="http://schemas.microsoft.com/office/drawing/2014/main" id="{1629E548-7EA9-A61E-CD1E-4E2806353E9D}"/>
                  </a:ext>
                </a:extLst>
              </p:cNvPr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0" name="Google Shape;10730;p47">
                <a:extLst>
                  <a:ext uri="{FF2B5EF4-FFF2-40B4-BE49-F238E27FC236}">
                    <a16:creationId xmlns:a16="http://schemas.microsoft.com/office/drawing/2014/main" id="{A73D6BDF-920C-A5F9-E270-7654566C4D1C}"/>
                  </a:ext>
                </a:extLst>
              </p:cNvPr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1" name="Google Shape;10731;p47">
                <a:extLst>
                  <a:ext uri="{FF2B5EF4-FFF2-40B4-BE49-F238E27FC236}">
                    <a16:creationId xmlns:a16="http://schemas.microsoft.com/office/drawing/2014/main" id="{DABEB68E-7802-0C32-0E9C-716B8E0268E3}"/>
                  </a:ext>
                </a:extLst>
              </p:cNvPr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2" name="Google Shape;10732;p47">
                <a:extLst>
                  <a:ext uri="{FF2B5EF4-FFF2-40B4-BE49-F238E27FC236}">
                    <a16:creationId xmlns:a16="http://schemas.microsoft.com/office/drawing/2014/main" id="{C1F8BB5D-6453-EE42-46EC-1FF52DD27B4C}"/>
                  </a:ext>
                </a:extLst>
              </p:cNvPr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3" name="Google Shape;10733;p47">
                <a:extLst>
                  <a:ext uri="{FF2B5EF4-FFF2-40B4-BE49-F238E27FC236}">
                    <a16:creationId xmlns:a16="http://schemas.microsoft.com/office/drawing/2014/main" id="{9052051E-97EB-6F70-0537-4694160404FC}"/>
                  </a:ext>
                </a:extLst>
              </p:cNvPr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4" name="Google Shape;10734;p47">
                <a:extLst>
                  <a:ext uri="{FF2B5EF4-FFF2-40B4-BE49-F238E27FC236}">
                    <a16:creationId xmlns:a16="http://schemas.microsoft.com/office/drawing/2014/main" id="{1603E3D6-9418-D2A3-E00D-AA499107D56D}"/>
                  </a:ext>
                </a:extLst>
              </p:cNvPr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5" name="Google Shape;10735;p47">
                <a:extLst>
                  <a:ext uri="{FF2B5EF4-FFF2-40B4-BE49-F238E27FC236}">
                    <a16:creationId xmlns:a16="http://schemas.microsoft.com/office/drawing/2014/main" id="{A78CE692-54A2-9BBF-9FCE-B40CC96DB41B}"/>
                  </a:ext>
                </a:extLst>
              </p:cNvPr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6" name="Google Shape;10736;p47">
                <a:extLst>
                  <a:ext uri="{FF2B5EF4-FFF2-40B4-BE49-F238E27FC236}">
                    <a16:creationId xmlns:a16="http://schemas.microsoft.com/office/drawing/2014/main" id="{DBA393E2-AE4C-4CA5-07FB-FE2145F91E57}"/>
                  </a:ext>
                </a:extLst>
              </p:cNvPr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7" name="Google Shape;10737;p47">
                <a:extLst>
                  <a:ext uri="{FF2B5EF4-FFF2-40B4-BE49-F238E27FC236}">
                    <a16:creationId xmlns:a16="http://schemas.microsoft.com/office/drawing/2014/main" id="{EF0AEEF2-28E1-604A-8CFD-C8459602D277}"/>
                  </a:ext>
                </a:extLst>
              </p:cNvPr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8" name="Google Shape;10738;p47">
                <a:extLst>
                  <a:ext uri="{FF2B5EF4-FFF2-40B4-BE49-F238E27FC236}">
                    <a16:creationId xmlns:a16="http://schemas.microsoft.com/office/drawing/2014/main" id="{F433A0EB-1ED2-8615-71CA-E3B18A4D3C18}"/>
                  </a:ext>
                </a:extLst>
              </p:cNvPr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9" name="Google Shape;10739;p47">
                <a:extLst>
                  <a:ext uri="{FF2B5EF4-FFF2-40B4-BE49-F238E27FC236}">
                    <a16:creationId xmlns:a16="http://schemas.microsoft.com/office/drawing/2014/main" id="{F68BFEC3-5201-AEAB-1A3A-09BC0294DA0A}"/>
                  </a:ext>
                </a:extLst>
              </p:cNvPr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0" name="Google Shape;10740;p47">
                <a:extLst>
                  <a:ext uri="{FF2B5EF4-FFF2-40B4-BE49-F238E27FC236}">
                    <a16:creationId xmlns:a16="http://schemas.microsoft.com/office/drawing/2014/main" id="{88BD92CF-72E6-0A7A-9851-90E24338C0BB}"/>
                  </a:ext>
                </a:extLst>
              </p:cNvPr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1" name="Google Shape;10741;p47">
                <a:extLst>
                  <a:ext uri="{FF2B5EF4-FFF2-40B4-BE49-F238E27FC236}">
                    <a16:creationId xmlns:a16="http://schemas.microsoft.com/office/drawing/2014/main" id="{5CF23D93-F2AF-DBFF-E17E-D2925F067430}"/>
                  </a:ext>
                </a:extLst>
              </p:cNvPr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2" name="Google Shape;10742;p47">
                <a:extLst>
                  <a:ext uri="{FF2B5EF4-FFF2-40B4-BE49-F238E27FC236}">
                    <a16:creationId xmlns:a16="http://schemas.microsoft.com/office/drawing/2014/main" id="{EFFB8D21-B6A3-AF65-1C1C-AB15B045AF0F}"/>
                  </a:ext>
                </a:extLst>
              </p:cNvPr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3" name="Google Shape;10743;p47">
                <a:extLst>
                  <a:ext uri="{FF2B5EF4-FFF2-40B4-BE49-F238E27FC236}">
                    <a16:creationId xmlns:a16="http://schemas.microsoft.com/office/drawing/2014/main" id="{4C483BDC-F69F-472E-E925-B74BA19FFFA0}"/>
                  </a:ext>
                </a:extLst>
              </p:cNvPr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4" name="Google Shape;10744;p47">
                <a:extLst>
                  <a:ext uri="{FF2B5EF4-FFF2-40B4-BE49-F238E27FC236}">
                    <a16:creationId xmlns:a16="http://schemas.microsoft.com/office/drawing/2014/main" id="{F2638DA5-4101-4657-68D6-967435979A9C}"/>
                  </a:ext>
                </a:extLst>
              </p:cNvPr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5" name="Google Shape;10745;p47">
                <a:extLst>
                  <a:ext uri="{FF2B5EF4-FFF2-40B4-BE49-F238E27FC236}">
                    <a16:creationId xmlns:a16="http://schemas.microsoft.com/office/drawing/2014/main" id="{B98E381C-859D-C79A-5E08-CF4BB56264AA}"/>
                  </a:ext>
                </a:extLst>
              </p:cNvPr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6" name="Google Shape;10746;p47">
                <a:extLst>
                  <a:ext uri="{FF2B5EF4-FFF2-40B4-BE49-F238E27FC236}">
                    <a16:creationId xmlns:a16="http://schemas.microsoft.com/office/drawing/2014/main" id="{A8985067-796F-1448-187F-10664E685747}"/>
                  </a:ext>
                </a:extLst>
              </p:cNvPr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47" name="Google Shape;10747;p47">
              <a:extLst>
                <a:ext uri="{FF2B5EF4-FFF2-40B4-BE49-F238E27FC236}">
                  <a16:creationId xmlns:a16="http://schemas.microsoft.com/office/drawing/2014/main" id="{6C0F8D75-C0BD-52CE-190A-6743EF30663D}"/>
                </a:ext>
              </a:extLst>
            </p:cNvPr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10748" name="Google Shape;10748;p47">
                <a:extLst>
                  <a:ext uri="{FF2B5EF4-FFF2-40B4-BE49-F238E27FC236}">
                    <a16:creationId xmlns:a16="http://schemas.microsoft.com/office/drawing/2014/main" id="{E7B741C0-CF9F-BA71-6C5F-AAAE9BCA0248}"/>
                  </a:ext>
                </a:extLst>
              </p:cNvPr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9" name="Google Shape;10749;p47">
                <a:extLst>
                  <a:ext uri="{FF2B5EF4-FFF2-40B4-BE49-F238E27FC236}">
                    <a16:creationId xmlns:a16="http://schemas.microsoft.com/office/drawing/2014/main" id="{38A7FDFB-A1EB-181D-69F4-0E71F76433E4}"/>
                  </a:ext>
                </a:extLst>
              </p:cNvPr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0" name="Google Shape;10750;p47">
                <a:extLst>
                  <a:ext uri="{FF2B5EF4-FFF2-40B4-BE49-F238E27FC236}">
                    <a16:creationId xmlns:a16="http://schemas.microsoft.com/office/drawing/2014/main" id="{D5D74633-6A45-D5BB-BF3C-7C9E29259060}"/>
                  </a:ext>
                </a:extLst>
              </p:cNvPr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1" name="Google Shape;10751;p47">
                <a:extLst>
                  <a:ext uri="{FF2B5EF4-FFF2-40B4-BE49-F238E27FC236}">
                    <a16:creationId xmlns:a16="http://schemas.microsoft.com/office/drawing/2014/main" id="{1C3AE1F4-4FEC-A5A1-2456-267DBCDD56A7}"/>
                  </a:ext>
                </a:extLst>
              </p:cNvPr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2" name="Google Shape;10752;p47">
                <a:extLst>
                  <a:ext uri="{FF2B5EF4-FFF2-40B4-BE49-F238E27FC236}">
                    <a16:creationId xmlns:a16="http://schemas.microsoft.com/office/drawing/2014/main" id="{E9C73166-1631-50C7-5835-5CBE8F676F38}"/>
                  </a:ext>
                </a:extLst>
              </p:cNvPr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3" name="Google Shape;10753;p47">
                <a:extLst>
                  <a:ext uri="{FF2B5EF4-FFF2-40B4-BE49-F238E27FC236}">
                    <a16:creationId xmlns:a16="http://schemas.microsoft.com/office/drawing/2014/main" id="{140989A4-687D-78E6-D6A8-A98CC4E02B8D}"/>
                  </a:ext>
                </a:extLst>
              </p:cNvPr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4" name="Google Shape;10754;p47">
                <a:extLst>
                  <a:ext uri="{FF2B5EF4-FFF2-40B4-BE49-F238E27FC236}">
                    <a16:creationId xmlns:a16="http://schemas.microsoft.com/office/drawing/2014/main" id="{E27D2125-E844-81EB-917E-399E64CD5DFF}"/>
                  </a:ext>
                </a:extLst>
              </p:cNvPr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5" name="Google Shape;10755;p47">
                <a:extLst>
                  <a:ext uri="{FF2B5EF4-FFF2-40B4-BE49-F238E27FC236}">
                    <a16:creationId xmlns:a16="http://schemas.microsoft.com/office/drawing/2014/main" id="{167AF3FC-30AD-B02B-4A9F-640324E2983E}"/>
                  </a:ext>
                </a:extLst>
              </p:cNvPr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6" name="Google Shape;10756;p47">
                <a:extLst>
                  <a:ext uri="{FF2B5EF4-FFF2-40B4-BE49-F238E27FC236}">
                    <a16:creationId xmlns:a16="http://schemas.microsoft.com/office/drawing/2014/main" id="{5F10DDB0-AE79-3194-91BD-6C1BC62C5C36}"/>
                  </a:ext>
                </a:extLst>
              </p:cNvPr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7" name="Google Shape;10757;p47">
                <a:extLst>
                  <a:ext uri="{FF2B5EF4-FFF2-40B4-BE49-F238E27FC236}">
                    <a16:creationId xmlns:a16="http://schemas.microsoft.com/office/drawing/2014/main" id="{93D3333C-18A7-6DB7-0DC1-3EBA7336ABCC}"/>
                  </a:ext>
                </a:extLst>
              </p:cNvPr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8" name="Google Shape;10758;p47">
                <a:extLst>
                  <a:ext uri="{FF2B5EF4-FFF2-40B4-BE49-F238E27FC236}">
                    <a16:creationId xmlns:a16="http://schemas.microsoft.com/office/drawing/2014/main" id="{C4442C06-BB17-1C91-57B0-8BE7E3FDFD5F}"/>
                  </a:ext>
                </a:extLst>
              </p:cNvPr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9" name="Google Shape;10759;p47">
                <a:extLst>
                  <a:ext uri="{FF2B5EF4-FFF2-40B4-BE49-F238E27FC236}">
                    <a16:creationId xmlns:a16="http://schemas.microsoft.com/office/drawing/2014/main" id="{D3CB0C2F-3238-0F15-F8AE-0AB39DEAD6EA}"/>
                  </a:ext>
                </a:extLst>
              </p:cNvPr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0" name="Google Shape;10760;p47">
                <a:extLst>
                  <a:ext uri="{FF2B5EF4-FFF2-40B4-BE49-F238E27FC236}">
                    <a16:creationId xmlns:a16="http://schemas.microsoft.com/office/drawing/2014/main" id="{833AD152-14A8-6987-BE3F-272500851E3B}"/>
                  </a:ext>
                </a:extLst>
              </p:cNvPr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1" name="Google Shape;10761;p47">
                <a:extLst>
                  <a:ext uri="{FF2B5EF4-FFF2-40B4-BE49-F238E27FC236}">
                    <a16:creationId xmlns:a16="http://schemas.microsoft.com/office/drawing/2014/main" id="{0EF0581E-93B1-8A40-04ED-4502E329F96C}"/>
                  </a:ext>
                </a:extLst>
              </p:cNvPr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2" name="Google Shape;10762;p47">
                <a:extLst>
                  <a:ext uri="{FF2B5EF4-FFF2-40B4-BE49-F238E27FC236}">
                    <a16:creationId xmlns:a16="http://schemas.microsoft.com/office/drawing/2014/main" id="{A96A9279-D126-FDC6-E7C9-4536F80F8ABE}"/>
                  </a:ext>
                </a:extLst>
              </p:cNvPr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3" name="Google Shape;10763;p47">
                <a:extLst>
                  <a:ext uri="{FF2B5EF4-FFF2-40B4-BE49-F238E27FC236}">
                    <a16:creationId xmlns:a16="http://schemas.microsoft.com/office/drawing/2014/main" id="{24350CE9-5ACB-D524-7574-D5EEB25B0AC8}"/>
                  </a:ext>
                </a:extLst>
              </p:cNvPr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4" name="Google Shape;10764;p47">
                <a:extLst>
                  <a:ext uri="{FF2B5EF4-FFF2-40B4-BE49-F238E27FC236}">
                    <a16:creationId xmlns:a16="http://schemas.microsoft.com/office/drawing/2014/main" id="{DA022932-83ED-EBAB-2765-038C7C9337F0}"/>
                  </a:ext>
                </a:extLst>
              </p:cNvPr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5" name="Google Shape;10765;p47">
                <a:extLst>
                  <a:ext uri="{FF2B5EF4-FFF2-40B4-BE49-F238E27FC236}">
                    <a16:creationId xmlns:a16="http://schemas.microsoft.com/office/drawing/2014/main" id="{843F382B-D305-A612-C702-3AFA933B88CB}"/>
                  </a:ext>
                </a:extLst>
              </p:cNvPr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6" name="Google Shape;10766;p47">
                <a:extLst>
                  <a:ext uri="{FF2B5EF4-FFF2-40B4-BE49-F238E27FC236}">
                    <a16:creationId xmlns:a16="http://schemas.microsoft.com/office/drawing/2014/main" id="{0E51EE80-1828-5A93-7AFE-D55F5F90F3BC}"/>
                  </a:ext>
                </a:extLst>
              </p:cNvPr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7" name="Google Shape;10767;p47">
                <a:extLst>
                  <a:ext uri="{FF2B5EF4-FFF2-40B4-BE49-F238E27FC236}">
                    <a16:creationId xmlns:a16="http://schemas.microsoft.com/office/drawing/2014/main" id="{8854034D-C604-3A87-0CDA-1C23008CA78B}"/>
                  </a:ext>
                </a:extLst>
              </p:cNvPr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8" name="Google Shape;10768;p47">
                <a:extLst>
                  <a:ext uri="{FF2B5EF4-FFF2-40B4-BE49-F238E27FC236}">
                    <a16:creationId xmlns:a16="http://schemas.microsoft.com/office/drawing/2014/main" id="{1BBFCB0C-4FC5-A4C6-0389-45D045EBB70C}"/>
                  </a:ext>
                </a:extLst>
              </p:cNvPr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9" name="Google Shape;10769;p47">
                <a:extLst>
                  <a:ext uri="{FF2B5EF4-FFF2-40B4-BE49-F238E27FC236}">
                    <a16:creationId xmlns:a16="http://schemas.microsoft.com/office/drawing/2014/main" id="{1F656D54-6FD9-6B88-152C-84342632CFD9}"/>
                  </a:ext>
                </a:extLst>
              </p:cNvPr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0" name="Google Shape;10770;p47">
                <a:extLst>
                  <a:ext uri="{FF2B5EF4-FFF2-40B4-BE49-F238E27FC236}">
                    <a16:creationId xmlns:a16="http://schemas.microsoft.com/office/drawing/2014/main" id="{790F5042-2153-4222-3551-BA26B046DDE8}"/>
                  </a:ext>
                </a:extLst>
              </p:cNvPr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1" name="Google Shape;10771;p47">
                <a:extLst>
                  <a:ext uri="{FF2B5EF4-FFF2-40B4-BE49-F238E27FC236}">
                    <a16:creationId xmlns:a16="http://schemas.microsoft.com/office/drawing/2014/main" id="{440A333E-9FA1-5FD1-42CA-F4275AC9DCEF}"/>
                  </a:ext>
                </a:extLst>
              </p:cNvPr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2" name="Google Shape;10772;p47">
                <a:extLst>
                  <a:ext uri="{FF2B5EF4-FFF2-40B4-BE49-F238E27FC236}">
                    <a16:creationId xmlns:a16="http://schemas.microsoft.com/office/drawing/2014/main" id="{DDD82AF3-11D8-9BA1-5849-83655408B575}"/>
                  </a:ext>
                </a:extLst>
              </p:cNvPr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3" name="Google Shape;10773;p47">
                <a:extLst>
                  <a:ext uri="{FF2B5EF4-FFF2-40B4-BE49-F238E27FC236}">
                    <a16:creationId xmlns:a16="http://schemas.microsoft.com/office/drawing/2014/main" id="{5D84947C-3837-56F4-0C70-63B7DF82F1C2}"/>
                  </a:ext>
                </a:extLst>
              </p:cNvPr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4" name="Google Shape;10774;p47">
                <a:extLst>
                  <a:ext uri="{FF2B5EF4-FFF2-40B4-BE49-F238E27FC236}">
                    <a16:creationId xmlns:a16="http://schemas.microsoft.com/office/drawing/2014/main" id="{E6681F4C-8F9C-796A-2ADE-D4D0D5B90F37}"/>
                  </a:ext>
                </a:extLst>
              </p:cNvPr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5" name="Google Shape;10775;p47">
                <a:extLst>
                  <a:ext uri="{FF2B5EF4-FFF2-40B4-BE49-F238E27FC236}">
                    <a16:creationId xmlns:a16="http://schemas.microsoft.com/office/drawing/2014/main" id="{F1838226-8F27-14D5-28F4-19F07C0E3710}"/>
                  </a:ext>
                </a:extLst>
              </p:cNvPr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6" name="Google Shape;10776;p47">
                <a:extLst>
                  <a:ext uri="{FF2B5EF4-FFF2-40B4-BE49-F238E27FC236}">
                    <a16:creationId xmlns:a16="http://schemas.microsoft.com/office/drawing/2014/main" id="{A7F36782-7551-7BF3-E967-22D6EA1F511F}"/>
                  </a:ext>
                </a:extLst>
              </p:cNvPr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7" name="Google Shape;10777;p47">
                <a:extLst>
                  <a:ext uri="{FF2B5EF4-FFF2-40B4-BE49-F238E27FC236}">
                    <a16:creationId xmlns:a16="http://schemas.microsoft.com/office/drawing/2014/main" id="{37DEF141-A10A-8A5A-4926-930523874439}"/>
                  </a:ext>
                </a:extLst>
              </p:cNvPr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8" name="Google Shape;10778;p47">
                <a:extLst>
                  <a:ext uri="{FF2B5EF4-FFF2-40B4-BE49-F238E27FC236}">
                    <a16:creationId xmlns:a16="http://schemas.microsoft.com/office/drawing/2014/main" id="{369927C5-44DD-4BFB-62D0-724CB39B72C6}"/>
                  </a:ext>
                </a:extLst>
              </p:cNvPr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9" name="Google Shape;10779;p47">
                <a:extLst>
                  <a:ext uri="{FF2B5EF4-FFF2-40B4-BE49-F238E27FC236}">
                    <a16:creationId xmlns:a16="http://schemas.microsoft.com/office/drawing/2014/main" id="{5B96EADF-5976-4D45-A8E8-CE498A52920B}"/>
                  </a:ext>
                </a:extLst>
              </p:cNvPr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0" name="Google Shape;10780;p47">
                <a:extLst>
                  <a:ext uri="{FF2B5EF4-FFF2-40B4-BE49-F238E27FC236}">
                    <a16:creationId xmlns:a16="http://schemas.microsoft.com/office/drawing/2014/main" id="{B4F3B34B-7173-65A5-B688-5677786DA8B3}"/>
                  </a:ext>
                </a:extLst>
              </p:cNvPr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1" name="Google Shape;10781;p47">
                <a:extLst>
                  <a:ext uri="{FF2B5EF4-FFF2-40B4-BE49-F238E27FC236}">
                    <a16:creationId xmlns:a16="http://schemas.microsoft.com/office/drawing/2014/main" id="{5100815E-5F97-5761-FD27-8E2F63C45E5C}"/>
                  </a:ext>
                </a:extLst>
              </p:cNvPr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2" name="Google Shape;10782;p47">
                <a:extLst>
                  <a:ext uri="{FF2B5EF4-FFF2-40B4-BE49-F238E27FC236}">
                    <a16:creationId xmlns:a16="http://schemas.microsoft.com/office/drawing/2014/main" id="{C6FEF83D-FEB9-2DCC-18D5-B54F35BB3B60}"/>
                  </a:ext>
                </a:extLst>
              </p:cNvPr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3" name="Google Shape;10783;p47">
                <a:extLst>
                  <a:ext uri="{FF2B5EF4-FFF2-40B4-BE49-F238E27FC236}">
                    <a16:creationId xmlns:a16="http://schemas.microsoft.com/office/drawing/2014/main" id="{94AA17ED-BAD5-FC02-061E-460872AE80A1}"/>
                  </a:ext>
                </a:extLst>
              </p:cNvPr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4" name="Google Shape;10784;p47">
                <a:extLst>
                  <a:ext uri="{FF2B5EF4-FFF2-40B4-BE49-F238E27FC236}">
                    <a16:creationId xmlns:a16="http://schemas.microsoft.com/office/drawing/2014/main" id="{476BD1FE-415C-6E2F-D710-E0C49413347A}"/>
                  </a:ext>
                </a:extLst>
              </p:cNvPr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5" name="Google Shape;10785;p47">
                <a:extLst>
                  <a:ext uri="{FF2B5EF4-FFF2-40B4-BE49-F238E27FC236}">
                    <a16:creationId xmlns:a16="http://schemas.microsoft.com/office/drawing/2014/main" id="{178D009C-0F46-DA11-D580-DFAD6FFDBA74}"/>
                  </a:ext>
                </a:extLst>
              </p:cNvPr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6" name="Google Shape;10786;p47">
                <a:extLst>
                  <a:ext uri="{FF2B5EF4-FFF2-40B4-BE49-F238E27FC236}">
                    <a16:creationId xmlns:a16="http://schemas.microsoft.com/office/drawing/2014/main" id="{D1757A9B-196C-BC20-498A-AB58912476A5}"/>
                  </a:ext>
                </a:extLst>
              </p:cNvPr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787" name="Google Shape;10787;p47">
            <a:extLst>
              <a:ext uri="{FF2B5EF4-FFF2-40B4-BE49-F238E27FC236}">
                <a16:creationId xmlns:a16="http://schemas.microsoft.com/office/drawing/2014/main" id="{8F9E8D39-CB14-AADD-A1DC-AD4E4A4D3920}"/>
              </a:ext>
            </a:extLst>
          </p:cNvPr>
          <p:cNvSpPr/>
          <p:nvPr/>
        </p:nvSpPr>
        <p:spPr>
          <a:xfrm rot="2700000">
            <a:off x="1391756" y="38735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Рисунок 4" descr="Изображение выглядит как черн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B13A19-6FB1-CB43-B296-90DFAF85E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947" y="3065613"/>
            <a:ext cx="4626506" cy="131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96572"/>
      </p:ext>
    </p:extLst>
  </p:cSld>
  <p:clrMapOvr>
    <a:masterClrMapping/>
  </p:clrMapOvr>
</p:sld>
</file>

<file path=ppt/theme/theme1.xml><?xml version="1.0" encoding="utf-8"?>
<a:theme xmlns:a="http://schemas.openxmlformats.org/drawingml/2006/main" name="Yearly Sales Plan by Slidesgo">
  <a:themeElements>
    <a:clrScheme name="Simple Light">
      <a:dk1>
        <a:srgbClr val="FCFCFC"/>
      </a:dk1>
      <a:lt1>
        <a:srgbClr val="181D20"/>
      </a:lt1>
      <a:dk2>
        <a:srgbClr val="3B474E"/>
      </a:dk2>
      <a:lt2>
        <a:srgbClr val="EEEE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D"/>
      </a:accent4>
      <a:accent5>
        <a:srgbClr val="FFFFFF"/>
      </a:accent5>
      <a:accent6>
        <a:srgbClr val="FFFFFF"/>
      </a:accent6>
      <a:hlink>
        <a:srgbClr val="FCFC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566</Words>
  <Application>Microsoft Office PowerPoint</Application>
  <PresentationFormat>Экран (16:9)</PresentationFormat>
  <Paragraphs>105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Calibri</vt:lpstr>
      <vt:lpstr>Arial</vt:lpstr>
      <vt:lpstr>Bebas Neue</vt:lpstr>
      <vt:lpstr>Poppins</vt:lpstr>
      <vt:lpstr>Raleway</vt:lpstr>
      <vt:lpstr>Montserrat</vt:lpstr>
      <vt:lpstr>Montserrat ExtraBold</vt:lpstr>
      <vt:lpstr>Yearly Sales Plan by Slidesgo</vt:lpstr>
      <vt:lpstr>ПО сервис по ремонту техники TechCare</vt:lpstr>
      <vt:lpstr>Цель и задачи:</vt:lpstr>
      <vt:lpstr>Анализ предметной области</vt:lpstr>
      <vt:lpstr>Роли в системе</vt:lpstr>
      <vt:lpstr>Use Case диаграмма</vt:lpstr>
      <vt:lpstr>Диаграмма классов</vt:lpstr>
      <vt:lpstr>Диаграмма последовательностей</vt:lpstr>
      <vt:lpstr>Презентация PowerPoint</vt:lpstr>
      <vt:lpstr>Выбор стека технологий</vt:lpstr>
      <vt:lpstr>Набор задач, необходимых для реализации ПО</vt:lpstr>
      <vt:lpstr>Выбор модели жизненного цикла: Итеративная модель.</vt:lpstr>
      <vt:lpstr>Тестирование и экономическая часть</vt:lpstr>
      <vt:lpstr>Презентация PowerPoint</vt:lpstr>
      <vt:lpstr>Итоги и перспективы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Ксения Джалилова</cp:lastModifiedBy>
  <cp:revision>4</cp:revision>
  <dcterms:modified xsi:type="dcterms:W3CDTF">2025-12-24T12:43:34Z</dcterms:modified>
</cp:coreProperties>
</file>